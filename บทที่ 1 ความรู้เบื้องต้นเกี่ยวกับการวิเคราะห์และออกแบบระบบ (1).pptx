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3"/>
  </p:notesMasterIdLst>
  <p:sldIdLst>
    <p:sldId id="355" r:id="rId2"/>
    <p:sldId id="258" r:id="rId3"/>
    <p:sldId id="331" r:id="rId4"/>
    <p:sldId id="332" r:id="rId5"/>
    <p:sldId id="333" r:id="rId6"/>
    <p:sldId id="334" r:id="rId7"/>
    <p:sldId id="356" r:id="rId8"/>
    <p:sldId id="357" r:id="rId9"/>
    <p:sldId id="358" r:id="rId10"/>
    <p:sldId id="359" r:id="rId11"/>
    <p:sldId id="335" r:id="rId12"/>
    <p:sldId id="336" r:id="rId13"/>
    <p:sldId id="337" r:id="rId14"/>
    <p:sldId id="341" r:id="rId15"/>
    <p:sldId id="338" r:id="rId16"/>
    <p:sldId id="339" r:id="rId17"/>
    <p:sldId id="340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60" r:id="rId27"/>
    <p:sldId id="350" r:id="rId28"/>
    <p:sldId id="351" r:id="rId29"/>
    <p:sldId id="352" r:id="rId30"/>
    <p:sldId id="353" r:id="rId31"/>
    <p:sldId id="290" r:id="rId3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ED008C"/>
    <a:srgbClr val="FF6600"/>
    <a:srgbClr val="231F20"/>
    <a:srgbClr val="FEF200"/>
    <a:srgbClr val="01AEF0"/>
    <a:srgbClr val="FF505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94364" autoAdjust="0"/>
  </p:normalViewPr>
  <p:slideViewPr>
    <p:cSldViewPr snapToGrid="0">
      <p:cViewPr varScale="1">
        <p:scale>
          <a:sx n="78" d="100"/>
          <a:sy n="78" d="100"/>
        </p:scale>
        <p:origin x="8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4CDA4D-BC3B-4789-BFAA-F1BACA75B0B4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DFE71ADB-0CA3-4FBD-9253-075A5837455A}">
      <dgm:prSet phldrT="[Text]"/>
      <dgm:spPr/>
      <dgm:t>
        <a:bodyPr/>
        <a:lstStyle/>
        <a:p>
          <a:r>
            <a:rPr lang="th-TH" b="1">
              <a:latin typeface="TH Sarabun Chula" panose="00000500000000000000" pitchFamily="2" charset="-34"/>
              <a:cs typeface="TH Sarabun Chula" panose="00000500000000000000" pitchFamily="2" charset="-34"/>
            </a:rPr>
            <a:t>ค้นหาความจริง</a:t>
          </a:r>
          <a:endParaRPr lang="en-US" b="1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gm:t>
    </dgm:pt>
    <dgm:pt modelId="{694D082C-4C46-4144-A13A-4D83C6DE36C5}" type="parTrans" cxnId="{DD98C359-6E54-4365-A3C4-47F4CDFA79F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35573FC-18A5-41DA-95D6-846BE490F182}" type="sibTrans" cxnId="{DD98C359-6E54-4365-A3C4-47F4CDFA79F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1855AAB-17FE-490F-878F-9C1DA15C4FE1}">
      <dgm:prSet phldrT="[Text]"/>
      <dgm:spPr/>
      <dgm:t>
        <a:bodyPr/>
        <a:lstStyle/>
        <a:p>
          <a:r>
            <a:rPr lang="th-TH" b="1" dirty="0">
              <a:solidFill>
                <a:schemeClr val="tx1"/>
              </a:solidFill>
              <a:latin typeface="TH Sarabun Chula" panose="00000500000000000000" pitchFamily="2" charset="-34"/>
              <a:cs typeface="TH Sarabun Chula" panose="00000500000000000000" pitchFamily="2" charset="-34"/>
            </a:rPr>
            <a:t>ตรวจสอบผลประโยชน์และความคุ้มค่า</a:t>
          </a:r>
          <a:endParaRPr lang="en-US" b="1" dirty="0">
            <a:solidFill>
              <a:schemeClr val="tx1"/>
            </a:solidFill>
            <a:latin typeface="TH Sarabun Chula" panose="00000500000000000000" pitchFamily="2" charset="-34"/>
            <a:cs typeface="TH Sarabun Chula" panose="00000500000000000000" pitchFamily="2" charset="-34"/>
          </a:endParaRPr>
        </a:p>
      </dgm:t>
    </dgm:pt>
    <dgm:pt modelId="{38B28551-8AEC-4CA3-8CE1-ED766F51BAEE}" type="parTrans" cxnId="{F8B560FB-BD52-4A18-94B9-242EE0856A4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BA67832-0655-42A0-BAC6-0ECAA1B04FAC}" type="sibTrans" cxnId="{F8B560FB-BD52-4A18-94B9-242EE0856A4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C129730-A6CF-4079-9B61-B92155DAEF1D}">
      <dgm:prSet phldrT="[Text]"/>
      <dgm:spPr/>
      <dgm:t>
        <a:bodyPr/>
        <a:lstStyle/>
        <a:p>
          <a:r>
            <a:rPr lang="th-TH" b="1">
              <a:latin typeface="TH Sarabun Chula" panose="00000500000000000000" pitchFamily="2" charset="-34"/>
              <a:cs typeface="TH Sarabun Chula" panose="00000500000000000000" pitchFamily="2" charset="-34"/>
            </a:rPr>
            <a:t>กำหนดความต้องการ</a:t>
          </a:r>
          <a:endParaRPr lang="en-US" b="1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gm:t>
    </dgm:pt>
    <dgm:pt modelId="{80637D93-B6EA-4DD4-B720-F1C54BB52F2C}" type="parTrans" cxnId="{2505FD72-D17C-4CDB-86A7-C4809AD9E75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B758EB7-935E-479F-9AA3-DE80682F8761}" type="sibTrans" cxnId="{2505FD72-D17C-4CDB-86A7-C4809AD9E75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C365BB5-5B26-4CDB-8547-922B2507F47B}">
      <dgm:prSet phldrT="[Text]"/>
      <dgm:spPr/>
      <dgm:t>
        <a:bodyPr/>
        <a:lstStyle/>
        <a:p>
          <a:r>
            <a:rPr lang="th-TH" b="1" dirty="0">
              <a:solidFill>
                <a:schemeClr val="tx1"/>
              </a:solidFill>
              <a:latin typeface="TH Sarabun Chula" panose="00000500000000000000" pitchFamily="2" charset="-34"/>
              <a:cs typeface="TH Sarabun Chula" panose="00000500000000000000" pitchFamily="2" charset="-34"/>
            </a:rPr>
            <a:t>พัฒนาแนวทางแก้ไขปัญหา</a:t>
          </a:r>
          <a:endParaRPr lang="en-US" b="1" dirty="0">
            <a:solidFill>
              <a:schemeClr val="tx1"/>
            </a:solidFill>
            <a:latin typeface="TH Sarabun Chula" panose="00000500000000000000" pitchFamily="2" charset="-34"/>
            <a:cs typeface="TH Sarabun Chula" panose="00000500000000000000" pitchFamily="2" charset="-34"/>
          </a:endParaRPr>
        </a:p>
      </dgm:t>
    </dgm:pt>
    <dgm:pt modelId="{7E39DDB7-ED45-477A-AFF1-75CD188F8017}" type="parTrans" cxnId="{3D8F73A9-F444-4E98-ADA7-45954BC089A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0267810-40AF-4971-B3F4-B6499A1F37D1}" type="sibTrans" cxnId="{3D8F73A9-F444-4E98-ADA7-45954BC089A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FE8127A-BAFA-4DCF-ADAE-E6C5A352E495}">
      <dgm:prSet phldrT="[Text]"/>
      <dgm:spPr/>
      <dgm:t>
        <a:bodyPr/>
        <a:lstStyle/>
        <a:p>
          <a:r>
            <a:rPr lang="th-TH" b="1">
              <a:latin typeface="TH Sarabun Chula" panose="00000500000000000000" pitchFamily="2" charset="-34"/>
              <a:cs typeface="TH Sarabun Chula" panose="00000500000000000000" pitchFamily="2" charset="-34"/>
            </a:rPr>
            <a:t>เลือกแนวทางที่ดีที่สุดมาใช้</a:t>
          </a:r>
          <a:endParaRPr lang="en-US" b="1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gm:t>
    </dgm:pt>
    <dgm:pt modelId="{07C989CD-687C-4817-A68F-6141DF815DEC}" type="parTrans" cxnId="{1527B6D7-F86A-4035-BC52-25A8E6D8F95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EF6A069-9C7E-451F-8569-7CF0E1494F72}" type="sibTrans" cxnId="{1527B6D7-F86A-4035-BC52-25A8E6D8F95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61CD9BE-F99A-4FF3-83B0-EEBF332588F0}">
      <dgm:prSet phldrT="[Text]"/>
      <dgm:spPr/>
      <dgm:t>
        <a:bodyPr/>
        <a:lstStyle/>
        <a:p>
          <a:r>
            <a:rPr lang="th-TH" b="1">
              <a:latin typeface="TH Sarabun Chula" panose="00000500000000000000" pitchFamily="2" charset="-34"/>
              <a:cs typeface="TH Sarabun Chula" panose="00000500000000000000" pitchFamily="2" charset="-34"/>
            </a:rPr>
            <a:t>กำหนดรายละเอียด</a:t>
          </a:r>
          <a:endParaRPr lang="en-US" b="1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gm:t>
    </dgm:pt>
    <dgm:pt modelId="{005CAFBD-1111-46D6-BC28-122FCD99D413}" type="parTrans" cxnId="{EC3B53A8-1023-4F5F-A9FE-15A3D0F48A1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6C9B5F5-70F7-40FD-BD02-266267768861}" type="sibTrans" cxnId="{EC3B53A8-1023-4F5F-A9FE-15A3D0F48A1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0580CC5-8991-4FD4-AE50-B3877AFE357E}">
      <dgm:prSet phldrT="[Text]"/>
      <dgm:spPr/>
      <dgm:t>
        <a:bodyPr/>
        <a:lstStyle/>
        <a:p>
          <a:r>
            <a:rPr lang="th-TH" b="1">
              <a:solidFill>
                <a:schemeClr val="tx1"/>
              </a:solidFill>
              <a:latin typeface="TH Sarabun Chula" panose="00000500000000000000" pitchFamily="2" charset="-34"/>
              <a:cs typeface="TH Sarabun Chula" panose="00000500000000000000" pitchFamily="2" charset="-34"/>
            </a:rPr>
            <a:t>นำไปใช้</a:t>
          </a:r>
          <a:endParaRPr lang="en-US" b="1" dirty="0">
            <a:solidFill>
              <a:schemeClr val="tx1"/>
            </a:solidFill>
            <a:latin typeface="TH Sarabun Chula" panose="00000500000000000000" pitchFamily="2" charset="-34"/>
            <a:cs typeface="TH Sarabun Chula" panose="00000500000000000000" pitchFamily="2" charset="-34"/>
          </a:endParaRPr>
        </a:p>
      </dgm:t>
    </dgm:pt>
    <dgm:pt modelId="{EB641333-5839-4BC2-B531-A9F895F79F6B}" type="parTrans" cxnId="{22CA6B10-48E8-4396-BBAF-E83D6406EF6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286FAE1-026A-4968-9623-6562EA0B1168}" type="sibTrans" cxnId="{22CA6B10-48E8-4396-BBAF-E83D6406EF6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80D8A66-5EE2-4014-B738-64D2406373AB}">
      <dgm:prSet phldrT="[Text]"/>
      <dgm:spPr/>
      <dgm:t>
        <a:bodyPr/>
        <a:lstStyle/>
        <a:p>
          <a:r>
            <a:rPr lang="th-TH" b="1">
              <a:latin typeface="TH Sarabun Chula" panose="00000500000000000000" pitchFamily="2" charset="-34"/>
              <a:cs typeface="TH Sarabun Chula" panose="00000500000000000000" pitchFamily="2" charset="-34"/>
            </a:rPr>
            <a:t>ตรวจสอบและติดตาม</a:t>
          </a:r>
          <a:endParaRPr lang="en-US" b="1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gm:t>
    </dgm:pt>
    <dgm:pt modelId="{68BE5CC7-DF01-4357-BF83-12955315B93A}" type="parTrans" cxnId="{9C77E139-44F9-4935-AF4E-97DDE1C6516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7062D6A-AA85-49D5-8400-EDB029D76FD1}" type="sibTrans" cxnId="{9C77E139-44F9-4935-AF4E-97DDE1C6516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4AA3802-5A54-428D-BD04-FFC73CB19A6D}" type="pres">
      <dgm:prSet presAssocID="{B94CDA4D-BC3B-4789-BFAA-F1BACA75B0B4}" presName="Name0" presStyleCnt="0">
        <dgm:presLayoutVars>
          <dgm:dir/>
          <dgm:resizeHandles val="exact"/>
        </dgm:presLayoutVars>
      </dgm:prSet>
      <dgm:spPr/>
    </dgm:pt>
    <dgm:pt modelId="{E7D65C72-19AA-4077-8578-245C07F8D3FF}" type="pres">
      <dgm:prSet presAssocID="{DFE71ADB-0CA3-4FBD-9253-075A5837455A}" presName="node" presStyleLbl="node1" presStyleIdx="0" presStyleCnt="8" custLinFactNeighborY="681">
        <dgm:presLayoutVars>
          <dgm:bulletEnabled val="1"/>
        </dgm:presLayoutVars>
      </dgm:prSet>
      <dgm:spPr/>
    </dgm:pt>
    <dgm:pt modelId="{E540EA4B-453C-4C56-BA2F-8ECFF7F98617}" type="pres">
      <dgm:prSet presAssocID="{135573FC-18A5-41DA-95D6-846BE490F182}" presName="sibTrans" presStyleLbl="sibTrans2D1" presStyleIdx="0" presStyleCnt="7"/>
      <dgm:spPr/>
    </dgm:pt>
    <dgm:pt modelId="{3B975280-48FC-4720-9BD3-97A47B0A7BE1}" type="pres">
      <dgm:prSet presAssocID="{135573FC-18A5-41DA-95D6-846BE490F182}" presName="connectorText" presStyleLbl="sibTrans2D1" presStyleIdx="0" presStyleCnt="7"/>
      <dgm:spPr/>
    </dgm:pt>
    <dgm:pt modelId="{703CDB73-A029-4546-ACAA-455AEA107D90}" type="pres">
      <dgm:prSet presAssocID="{61855AAB-17FE-490F-878F-9C1DA15C4FE1}" presName="node" presStyleLbl="node1" presStyleIdx="1" presStyleCnt="8">
        <dgm:presLayoutVars>
          <dgm:bulletEnabled val="1"/>
        </dgm:presLayoutVars>
      </dgm:prSet>
      <dgm:spPr/>
    </dgm:pt>
    <dgm:pt modelId="{6F54E1ED-F8D0-439F-9FE3-5502E9B60D1B}" type="pres">
      <dgm:prSet presAssocID="{9BA67832-0655-42A0-BAC6-0ECAA1B04FAC}" presName="sibTrans" presStyleLbl="sibTrans2D1" presStyleIdx="1" presStyleCnt="7"/>
      <dgm:spPr/>
    </dgm:pt>
    <dgm:pt modelId="{1FD17E0F-CCC2-4490-B40D-28C812EDBD01}" type="pres">
      <dgm:prSet presAssocID="{9BA67832-0655-42A0-BAC6-0ECAA1B04FAC}" presName="connectorText" presStyleLbl="sibTrans2D1" presStyleIdx="1" presStyleCnt="7"/>
      <dgm:spPr/>
    </dgm:pt>
    <dgm:pt modelId="{53D0212A-2768-4CF1-84B5-DCE3F42A52C8}" type="pres">
      <dgm:prSet presAssocID="{FC129730-A6CF-4079-9B61-B92155DAEF1D}" presName="node" presStyleLbl="node1" presStyleIdx="2" presStyleCnt="8">
        <dgm:presLayoutVars>
          <dgm:bulletEnabled val="1"/>
        </dgm:presLayoutVars>
      </dgm:prSet>
      <dgm:spPr/>
    </dgm:pt>
    <dgm:pt modelId="{7C58B259-FD8B-4C7E-93FE-6FA189B77457}" type="pres">
      <dgm:prSet presAssocID="{6B758EB7-935E-479F-9AA3-DE80682F8761}" presName="sibTrans" presStyleLbl="sibTrans2D1" presStyleIdx="2" presStyleCnt="7"/>
      <dgm:spPr/>
    </dgm:pt>
    <dgm:pt modelId="{C1CBD565-FC7F-420F-8693-1FE506A971AC}" type="pres">
      <dgm:prSet presAssocID="{6B758EB7-935E-479F-9AA3-DE80682F8761}" presName="connectorText" presStyleLbl="sibTrans2D1" presStyleIdx="2" presStyleCnt="7"/>
      <dgm:spPr/>
    </dgm:pt>
    <dgm:pt modelId="{81EA129E-88CA-42F9-A8B4-7E48140A0650}" type="pres">
      <dgm:prSet presAssocID="{FC365BB5-5B26-4CDB-8547-922B2507F47B}" presName="node" presStyleLbl="node1" presStyleIdx="3" presStyleCnt="8">
        <dgm:presLayoutVars>
          <dgm:bulletEnabled val="1"/>
        </dgm:presLayoutVars>
      </dgm:prSet>
      <dgm:spPr/>
    </dgm:pt>
    <dgm:pt modelId="{41F136CB-F511-4255-8A28-44D084E2F27D}" type="pres">
      <dgm:prSet presAssocID="{00267810-40AF-4971-B3F4-B6499A1F37D1}" presName="sibTrans" presStyleLbl="sibTrans2D1" presStyleIdx="3" presStyleCnt="7"/>
      <dgm:spPr/>
    </dgm:pt>
    <dgm:pt modelId="{0CCF3CAE-1253-4B11-9D45-4FC21D604690}" type="pres">
      <dgm:prSet presAssocID="{00267810-40AF-4971-B3F4-B6499A1F37D1}" presName="connectorText" presStyleLbl="sibTrans2D1" presStyleIdx="3" presStyleCnt="7"/>
      <dgm:spPr/>
    </dgm:pt>
    <dgm:pt modelId="{E196895B-A5A9-45B9-B5D8-F909EFD7D149}" type="pres">
      <dgm:prSet presAssocID="{AFE8127A-BAFA-4DCF-ADAE-E6C5A352E495}" presName="node" presStyleLbl="node1" presStyleIdx="4" presStyleCnt="8">
        <dgm:presLayoutVars>
          <dgm:bulletEnabled val="1"/>
        </dgm:presLayoutVars>
      </dgm:prSet>
      <dgm:spPr/>
    </dgm:pt>
    <dgm:pt modelId="{197F54D7-E9F7-44BE-A347-8B045C797E7F}" type="pres">
      <dgm:prSet presAssocID="{EEF6A069-9C7E-451F-8569-7CF0E1494F72}" presName="sibTrans" presStyleLbl="sibTrans2D1" presStyleIdx="4" presStyleCnt="7"/>
      <dgm:spPr/>
    </dgm:pt>
    <dgm:pt modelId="{291F6F2B-9B3B-429C-81CD-5E394E4CB67B}" type="pres">
      <dgm:prSet presAssocID="{EEF6A069-9C7E-451F-8569-7CF0E1494F72}" presName="connectorText" presStyleLbl="sibTrans2D1" presStyleIdx="4" presStyleCnt="7"/>
      <dgm:spPr/>
    </dgm:pt>
    <dgm:pt modelId="{0820DBDF-62D4-4FDB-B74C-B8DF13ECB5A1}" type="pres">
      <dgm:prSet presAssocID="{461CD9BE-F99A-4FF3-83B0-EEBF332588F0}" presName="node" presStyleLbl="node1" presStyleIdx="5" presStyleCnt="8">
        <dgm:presLayoutVars>
          <dgm:bulletEnabled val="1"/>
        </dgm:presLayoutVars>
      </dgm:prSet>
      <dgm:spPr/>
    </dgm:pt>
    <dgm:pt modelId="{50CCD2D8-3B97-4FB8-B481-429E19EBCAAC}" type="pres">
      <dgm:prSet presAssocID="{56C9B5F5-70F7-40FD-BD02-266267768861}" presName="sibTrans" presStyleLbl="sibTrans2D1" presStyleIdx="5" presStyleCnt="7"/>
      <dgm:spPr/>
    </dgm:pt>
    <dgm:pt modelId="{46EE3552-B131-4ED8-9B08-F95B7CA34382}" type="pres">
      <dgm:prSet presAssocID="{56C9B5F5-70F7-40FD-BD02-266267768861}" presName="connectorText" presStyleLbl="sibTrans2D1" presStyleIdx="5" presStyleCnt="7"/>
      <dgm:spPr/>
    </dgm:pt>
    <dgm:pt modelId="{33092E96-D692-4F5A-9E17-9BB8B7D94F3B}" type="pres">
      <dgm:prSet presAssocID="{70580CC5-8991-4FD4-AE50-B3877AFE357E}" presName="node" presStyleLbl="node1" presStyleIdx="6" presStyleCnt="8">
        <dgm:presLayoutVars>
          <dgm:bulletEnabled val="1"/>
        </dgm:presLayoutVars>
      </dgm:prSet>
      <dgm:spPr/>
    </dgm:pt>
    <dgm:pt modelId="{7B0B60AF-CDF2-4C67-A086-DF10F771C22D}" type="pres">
      <dgm:prSet presAssocID="{5286FAE1-026A-4968-9623-6562EA0B1168}" presName="sibTrans" presStyleLbl="sibTrans2D1" presStyleIdx="6" presStyleCnt="7"/>
      <dgm:spPr/>
    </dgm:pt>
    <dgm:pt modelId="{1DE4179B-0410-45B1-B85E-D39B9A87E594}" type="pres">
      <dgm:prSet presAssocID="{5286FAE1-026A-4968-9623-6562EA0B1168}" presName="connectorText" presStyleLbl="sibTrans2D1" presStyleIdx="6" presStyleCnt="7"/>
      <dgm:spPr/>
    </dgm:pt>
    <dgm:pt modelId="{5778A5A8-7347-4753-A5DC-A5C35CB91068}" type="pres">
      <dgm:prSet presAssocID="{B80D8A66-5EE2-4014-B738-64D2406373AB}" presName="node" presStyleLbl="node1" presStyleIdx="7" presStyleCnt="8">
        <dgm:presLayoutVars>
          <dgm:bulletEnabled val="1"/>
        </dgm:presLayoutVars>
      </dgm:prSet>
      <dgm:spPr/>
    </dgm:pt>
  </dgm:ptLst>
  <dgm:cxnLst>
    <dgm:cxn modelId="{1FCDCD04-F9EA-4E2B-A6D7-2835AD14DC77}" type="presOf" srcId="{5286FAE1-026A-4968-9623-6562EA0B1168}" destId="{7B0B60AF-CDF2-4C67-A086-DF10F771C22D}" srcOrd="0" destOrd="0" presId="urn:microsoft.com/office/officeart/2005/8/layout/process1"/>
    <dgm:cxn modelId="{06AE980A-01A2-4AA1-B7F5-95516DCE7C26}" type="presOf" srcId="{70580CC5-8991-4FD4-AE50-B3877AFE357E}" destId="{33092E96-D692-4F5A-9E17-9BB8B7D94F3B}" srcOrd="0" destOrd="0" presId="urn:microsoft.com/office/officeart/2005/8/layout/process1"/>
    <dgm:cxn modelId="{CB0C510F-FF17-428D-BEA5-969CFA05DD36}" type="presOf" srcId="{FC365BB5-5B26-4CDB-8547-922B2507F47B}" destId="{81EA129E-88CA-42F9-A8B4-7E48140A0650}" srcOrd="0" destOrd="0" presId="urn:microsoft.com/office/officeart/2005/8/layout/process1"/>
    <dgm:cxn modelId="{22CA6B10-48E8-4396-BBAF-E83D6406EF67}" srcId="{B94CDA4D-BC3B-4789-BFAA-F1BACA75B0B4}" destId="{70580CC5-8991-4FD4-AE50-B3877AFE357E}" srcOrd="6" destOrd="0" parTransId="{EB641333-5839-4BC2-B531-A9F895F79F6B}" sibTransId="{5286FAE1-026A-4968-9623-6562EA0B1168}"/>
    <dgm:cxn modelId="{312F9A1C-B72D-4F63-B8E0-A5431BC765C7}" type="presOf" srcId="{DFE71ADB-0CA3-4FBD-9253-075A5837455A}" destId="{E7D65C72-19AA-4077-8578-245C07F8D3FF}" srcOrd="0" destOrd="0" presId="urn:microsoft.com/office/officeart/2005/8/layout/process1"/>
    <dgm:cxn modelId="{55B9A91E-33F2-49B8-AE49-193D98E9C109}" type="presOf" srcId="{EEF6A069-9C7E-451F-8569-7CF0E1494F72}" destId="{197F54D7-E9F7-44BE-A347-8B045C797E7F}" srcOrd="0" destOrd="0" presId="urn:microsoft.com/office/officeart/2005/8/layout/process1"/>
    <dgm:cxn modelId="{9C77E139-44F9-4935-AF4E-97DDE1C65161}" srcId="{B94CDA4D-BC3B-4789-BFAA-F1BACA75B0B4}" destId="{B80D8A66-5EE2-4014-B738-64D2406373AB}" srcOrd="7" destOrd="0" parTransId="{68BE5CC7-DF01-4357-BF83-12955315B93A}" sibTransId="{E7062D6A-AA85-49D5-8400-EDB029D76FD1}"/>
    <dgm:cxn modelId="{110BFE5B-9601-483A-B396-6B4C7B200BB0}" type="presOf" srcId="{FC129730-A6CF-4079-9B61-B92155DAEF1D}" destId="{53D0212A-2768-4CF1-84B5-DCE3F42A52C8}" srcOrd="0" destOrd="0" presId="urn:microsoft.com/office/officeart/2005/8/layout/process1"/>
    <dgm:cxn modelId="{B11C6B47-E719-4096-822A-871F9CCF7235}" type="presOf" srcId="{56C9B5F5-70F7-40FD-BD02-266267768861}" destId="{46EE3552-B131-4ED8-9B08-F95B7CA34382}" srcOrd="1" destOrd="0" presId="urn:microsoft.com/office/officeart/2005/8/layout/process1"/>
    <dgm:cxn modelId="{D825C16D-3F10-4981-8F7A-C8B3CB8EF672}" type="presOf" srcId="{461CD9BE-F99A-4FF3-83B0-EEBF332588F0}" destId="{0820DBDF-62D4-4FDB-B74C-B8DF13ECB5A1}" srcOrd="0" destOrd="0" presId="urn:microsoft.com/office/officeart/2005/8/layout/process1"/>
    <dgm:cxn modelId="{2505FD72-D17C-4CDB-86A7-C4809AD9E75D}" srcId="{B94CDA4D-BC3B-4789-BFAA-F1BACA75B0B4}" destId="{FC129730-A6CF-4079-9B61-B92155DAEF1D}" srcOrd="2" destOrd="0" parTransId="{80637D93-B6EA-4DD4-B720-F1C54BB52F2C}" sibTransId="{6B758EB7-935E-479F-9AA3-DE80682F8761}"/>
    <dgm:cxn modelId="{8590D774-8AAC-46A2-B86E-8C92874B04E1}" type="presOf" srcId="{00267810-40AF-4971-B3F4-B6499A1F37D1}" destId="{0CCF3CAE-1253-4B11-9D45-4FC21D604690}" srcOrd="1" destOrd="0" presId="urn:microsoft.com/office/officeart/2005/8/layout/process1"/>
    <dgm:cxn modelId="{0E0A2677-EE9F-4C81-9E65-662F680714E8}" type="presOf" srcId="{135573FC-18A5-41DA-95D6-846BE490F182}" destId="{E540EA4B-453C-4C56-BA2F-8ECFF7F98617}" srcOrd="0" destOrd="0" presId="urn:microsoft.com/office/officeart/2005/8/layout/process1"/>
    <dgm:cxn modelId="{9E263B58-361B-487B-A95E-7C5672D7FE09}" type="presOf" srcId="{AFE8127A-BAFA-4DCF-ADAE-E6C5A352E495}" destId="{E196895B-A5A9-45B9-B5D8-F909EFD7D149}" srcOrd="0" destOrd="0" presId="urn:microsoft.com/office/officeart/2005/8/layout/process1"/>
    <dgm:cxn modelId="{14691479-45FA-4124-BDE9-36114FE8C378}" type="presOf" srcId="{6B758EB7-935E-479F-9AA3-DE80682F8761}" destId="{7C58B259-FD8B-4C7E-93FE-6FA189B77457}" srcOrd="0" destOrd="0" presId="urn:microsoft.com/office/officeart/2005/8/layout/process1"/>
    <dgm:cxn modelId="{DD98C359-6E54-4365-A3C4-47F4CDFA79F5}" srcId="{B94CDA4D-BC3B-4789-BFAA-F1BACA75B0B4}" destId="{DFE71ADB-0CA3-4FBD-9253-075A5837455A}" srcOrd="0" destOrd="0" parTransId="{694D082C-4C46-4144-A13A-4D83C6DE36C5}" sibTransId="{135573FC-18A5-41DA-95D6-846BE490F182}"/>
    <dgm:cxn modelId="{CB344493-7FFD-4665-9A49-F92FEB76C1F4}" type="presOf" srcId="{6B758EB7-935E-479F-9AA3-DE80682F8761}" destId="{C1CBD565-FC7F-420F-8693-1FE506A971AC}" srcOrd="1" destOrd="0" presId="urn:microsoft.com/office/officeart/2005/8/layout/process1"/>
    <dgm:cxn modelId="{EC3B53A8-1023-4F5F-A9FE-15A3D0F48A1A}" srcId="{B94CDA4D-BC3B-4789-BFAA-F1BACA75B0B4}" destId="{461CD9BE-F99A-4FF3-83B0-EEBF332588F0}" srcOrd="5" destOrd="0" parTransId="{005CAFBD-1111-46D6-BC28-122FCD99D413}" sibTransId="{56C9B5F5-70F7-40FD-BD02-266267768861}"/>
    <dgm:cxn modelId="{3D8F73A9-F444-4E98-ADA7-45954BC089AA}" srcId="{B94CDA4D-BC3B-4789-BFAA-F1BACA75B0B4}" destId="{FC365BB5-5B26-4CDB-8547-922B2507F47B}" srcOrd="3" destOrd="0" parTransId="{7E39DDB7-ED45-477A-AFF1-75CD188F8017}" sibTransId="{00267810-40AF-4971-B3F4-B6499A1F37D1}"/>
    <dgm:cxn modelId="{F901B2AA-227B-44CE-A61E-62284DAEE45C}" type="presOf" srcId="{9BA67832-0655-42A0-BAC6-0ECAA1B04FAC}" destId="{6F54E1ED-F8D0-439F-9FE3-5502E9B60D1B}" srcOrd="0" destOrd="0" presId="urn:microsoft.com/office/officeart/2005/8/layout/process1"/>
    <dgm:cxn modelId="{B9C80FBE-7A75-464D-938C-A4390A6A48C7}" type="presOf" srcId="{B94CDA4D-BC3B-4789-BFAA-F1BACA75B0B4}" destId="{24AA3802-5A54-428D-BD04-FFC73CB19A6D}" srcOrd="0" destOrd="0" presId="urn:microsoft.com/office/officeart/2005/8/layout/process1"/>
    <dgm:cxn modelId="{EEF330BE-F81F-428B-8E20-4D035A198500}" type="presOf" srcId="{9BA67832-0655-42A0-BAC6-0ECAA1B04FAC}" destId="{1FD17E0F-CCC2-4490-B40D-28C812EDBD01}" srcOrd="1" destOrd="0" presId="urn:microsoft.com/office/officeart/2005/8/layout/process1"/>
    <dgm:cxn modelId="{1F369CCA-A5A3-4A22-B7BE-961A10BE9B4A}" type="presOf" srcId="{00267810-40AF-4971-B3F4-B6499A1F37D1}" destId="{41F136CB-F511-4255-8A28-44D084E2F27D}" srcOrd="0" destOrd="0" presId="urn:microsoft.com/office/officeart/2005/8/layout/process1"/>
    <dgm:cxn modelId="{34A901D0-DEEA-4786-8DEE-60661B7C7F6D}" type="presOf" srcId="{135573FC-18A5-41DA-95D6-846BE490F182}" destId="{3B975280-48FC-4720-9BD3-97A47B0A7BE1}" srcOrd="1" destOrd="0" presId="urn:microsoft.com/office/officeart/2005/8/layout/process1"/>
    <dgm:cxn modelId="{49F992D5-0A71-4A77-9C38-8102642134B4}" type="presOf" srcId="{EEF6A069-9C7E-451F-8569-7CF0E1494F72}" destId="{291F6F2B-9B3B-429C-81CD-5E394E4CB67B}" srcOrd="1" destOrd="0" presId="urn:microsoft.com/office/officeart/2005/8/layout/process1"/>
    <dgm:cxn modelId="{5EDCA3D5-EE7D-4E3B-86D6-365E2F796631}" type="presOf" srcId="{5286FAE1-026A-4968-9623-6562EA0B1168}" destId="{1DE4179B-0410-45B1-B85E-D39B9A87E594}" srcOrd="1" destOrd="0" presId="urn:microsoft.com/office/officeart/2005/8/layout/process1"/>
    <dgm:cxn modelId="{1527B6D7-F86A-4035-BC52-25A8E6D8F957}" srcId="{B94CDA4D-BC3B-4789-BFAA-F1BACA75B0B4}" destId="{AFE8127A-BAFA-4DCF-ADAE-E6C5A352E495}" srcOrd="4" destOrd="0" parTransId="{07C989CD-687C-4817-A68F-6141DF815DEC}" sibTransId="{EEF6A069-9C7E-451F-8569-7CF0E1494F72}"/>
    <dgm:cxn modelId="{387953E1-861F-4DB5-9E62-8781E112B5D1}" type="presOf" srcId="{56C9B5F5-70F7-40FD-BD02-266267768861}" destId="{50CCD2D8-3B97-4FB8-B481-429E19EBCAAC}" srcOrd="0" destOrd="0" presId="urn:microsoft.com/office/officeart/2005/8/layout/process1"/>
    <dgm:cxn modelId="{232350EF-FA42-455E-8D58-ED353A3EB5AC}" type="presOf" srcId="{61855AAB-17FE-490F-878F-9C1DA15C4FE1}" destId="{703CDB73-A029-4546-ACAA-455AEA107D90}" srcOrd="0" destOrd="0" presId="urn:microsoft.com/office/officeart/2005/8/layout/process1"/>
    <dgm:cxn modelId="{92E585F4-B4B8-4839-8231-882FEC9BE5FA}" type="presOf" srcId="{B80D8A66-5EE2-4014-B738-64D2406373AB}" destId="{5778A5A8-7347-4753-A5DC-A5C35CB91068}" srcOrd="0" destOrd="0" presId="urn:microsoft.com/office/officeart/2005/8/layout/process1"/>
    <dgm:cxn modelId="{F8B560FB-BD52-4A18-94B9-242EE0856A45}" srcId="{B94CDA4D-BC3B-4789-BFAA-F1BACA75B0B4}" destId="{61855AAB-17FE-490F-878F-9C1DA15C4FE1}" srcOrd="1" destOrd="0" parTransId="{38B28551-8AEC-4CA3-8CE1-ED766F51BAEE}" sibTransId="{9BA67832-0655-42A0-BAC6-0ECAA1B04FAC}"/>
    <dgm:cxn modelId="{DB37D686-3BF1-40DB-8B2F-7E963A84C9DA}" type="presParOf" srcId="{24AA3802-5A54-428D-BD04-FFC73CB19A6D}" destId="{E7D65C72-19AA-4077-8578-245C07F8D3FF}" srcOrd="0" destOrd="0" presId="urn:microsoft.com/office/officeart/2005/8/layout/process1"/>
    <dgm:cxn modelId="{2C247A8A-F34C-496E-AA92-D0F4C2D3044D}" type="presParOf" srcId="{24AA3802-5A54-428D-BD04-FFC73CB19A6D}" destId="{E540EA4B-453C-4C56-BA2F-8ECFF7F98617}" srcOrd="1" destOrd="0" presId="urn:microsoft.com/office/officeart/2005/8/layout/process1"/>
    <dgm:cxn modelId="{355BCD25-F2C7-4B33-BD26-EF33F52002D5}" type="presParOf" srcId="{E540EA4B-453C-4C56-BA2F-8ECFF7F98617}" destId="{3B975280-48FC-4720-9BD3-97A47B0A7BE1}" srcOrd="0" destOrd="0" presId="urn:microsoft.com/office/officeart/2005/8/layout/process1"/>
    <dgm:cxn modelId="{43A327B1-77D3-425D-B594-74C7B4C79870}" type="presParOf" srcId="{24AA3802-5A54-428D-BD04-FFC73CB19A6D}" destId="{703CDB73-A029-4546-ACAA-455AEA107D90}" srcOrd="2" destOrd="0" presId="urn:microsoft.com/office/officeart/2005/8/layout/process1"/>
    <dgm:cxn modelId="{4CA09694-30EA-469C-ACE4-9173DC80E5AB}" type="presParOf" srcId="{24AA3802-5A54-428D-BD04-FFC73CB19A6D}" destId="{6F54E1ED-F8D0-439F-9FE3-5502E9B60D1B}" srcOrd="3" destOrd="0" presId="urn:microsoft.com/office/officeart/2005/8/layout/process1"/>
    <dgm:cxn modelId="{1665DD5D-CA97-4AEA-83EB-D23A16FDF7A9}" type="presParOf" srcId="{6F54E1ED-F8D0-439F-9FE3-5502E9B60D1B}" destId="{1FD17E0F-CCC2-4490-B40D-28C812EDBD01}" srcOrd="0" destOrd="0" presId="urn:microsoft.com/office/officeart/2005/8/layout/process1"/>
    <dgm:cxn modelId="{4782F49E-9046-4617-ADBB-FF774891EFAB}" type="presParOf" srcId="{24AA3802-5A54-428D-BD04-FFC73CB19A6D}" destId="{53D0212A-2768-4CF1-84B5-DCE3F42A52C8}" srcOrd="4" destOrd="0" presId="urn:microsoft.com/office/officeart/2005/8/layout/process1"/>
    <dgm:cxn modelId="{198BF694-6497-486A-98F6-6C74607F0127}" type="presParOf" srcId="{24AA3802-5A54-428D-BD04-FFC73CB19A6D}" destId="{7C58B259-FD8B-4C7E-93FE-6FA189B77457}" srcOrd="5" destOrd="0" presId="urn:microsoft.com/office/officeart/2005/8/layout/process1"/>
    <dgm:cxn modelId="{37873630-AFEC-4CB5-BFE8-787C07C80CAD}" type="presParOf" srcId="{7C58B259-FD8B-4C7E-93FE-6FA189B77457}" destId="{C1CBD565-FC7F-420F-8693-1FE506A971AC}" srcOrd="0" destOrd="0" presId="urn:microsoft.com/office/officeart/2005/8/layout/process1"/>
    <dgm:cxn modelId="{43B50E2E-1B7A-423D-8AB8-57D865D25A04}" type="presParOf" srcId="{24AA3802-5A54-428D-BD04-FFC73CB19A6D}" destId="{81EA129E-88CA-42F9-A8B4-7E48140A0650}" srcOrd="6" destOrd="0" presId="urn:microsoft.com/office/officeart/2005/8/layout/process1"/>
    <dgm:cxn modelId="{C1539877-A390-4520-B9EA-EC56FB35471C}" type="presParOf" srcId="{24AA3802-5A54-428D-BD04-FFC73CB19A6D}" destId="{41F136CB-F511-4255-8A28-44D084E2F27D}" srcOrd="7" destOrd="0" presId="urn:microsoft.com/office/officeart/2005/8/layout/process1"/>
    <dgm:cxn modelId="{95EF043C-B1C7-4CDA-AC81-079B06D6760A}" type="presParOf" srcId="{41F136CB-F511-4255-8A28-44D084E2F27D}" destId="{0CCF3CAE-1253-4B11-9D45-4FC21D604690}" srcOrd="0" destOrd="0" presId="urn:microsoft.com/office/officeart/2005/8/layout/process1"/>
    <dgm:cxn modelId="{8BD499A3-5A4C-4418-943E-14159EF4497C}" type="presParOf" srcId="{24AA3802-5A54-428D-BD04-FFC73CB19A6D}" destId="{E196895B-A5A9-45B9-B5D8-F909EFD7D149}" srcOrd="8" destOrd="0" presId="urn:microsoft.com/office/officeart/2005/8/layout/process1"/>
    <dgm:cxn modelId="{ADC5CF0F-FE1F-4814-A750-AB7347BCBE54}" type="presParOf" srcId="{24AA3802-5A54-428D-BD04-FFC73CB19A6D}" destId="{197F54D7-E9F7-44BE-A347-8B045C797E7F}" srcOrd="9" destOrd="0" presId="urn:microsoft.com/office/officeart/2005/8/layout/process1"/>
    <dgm:cxn modelId="{4B1CA44E-9D92-4C5A-98E0-53E1A900E9CF}" type="presParOf" srcId="{197F54D7-E9F7-44BE-A347-8B045C797E7F}" destId="{291F6F2B-9B3B-429C-81CD-5E394E4CB67B}" srcOrd="0" destOrd="0" presId="urn:microsoft.com/office/officeart/2005/8/layout/process1"/>
    <dgm:cxn modelId="{9C765947-38CF-4659-B7B3-313CBA87D910}" type="presParOf" srcId="{24AA3802-5A54-428D-BD04-FFC73CB19A6D}" destId="{0820DBDF-62D4-4FDB-B74C-B8DF13ECB5A1}" srcOrd="10" destOrd="0" presId="urn:microsoft.com/office/officeart/2005/8/layout/process1"/>
    <dgm:cxn modelId="{D12E51DF-1634-4AD1-B777-1448BE3840AE}" type="presParOf" srcId="{24AA3802-5A54-428D-BD04-FFC73CB19A6D}" destId="{50CCD2D8-3B97-4FB8-B481-429E19EBCAAC}" srcOrd="11" destOrd="0" presId="urn:microsoft.com/office/officeart/2005/8/layout/process1"/>
    <dgm:cxn modelId="{498F9CD1-1554-411A-85A0-DBFCAACB57EC}" type="presParOf" srcId="{50CCD2D8-3B97-4FB8-B481-429E19EBCAAC}" destId="{46EE3552-B131-4ED8-9B08-F95B7CA34382}" srcOrd="0" destOrd="0" presId="urn:microsoft.com/office/officeart/2005/8/layout/process1"/>
    <dgm:cxn modelId="{F3F4E48A-8FCE-4019-B7F9-34479249A707}" type="presParOf" srcId="{24AA3802-5A54-428D-BD04-FFC73CB19A6D}" destId="{33092E96-D692-4F5A-9E17-9BB8B7D94F3B}" srcOrd="12" destOrd="0" presId="urn:microsoft.com/office/officeart/2005/8/layout/process1"/>
    <dgm:cxn modelId="{241123A2-A7B0-4FA9-9F3D-3AC447923807}" type="presParOf" srcId="{24AA3802-5A54-428D-BD04-FFC73CB19A6D}" destId="{7B0B60AF-CDF2-4C67-A086-DF10F771C22D}" srcOrd="13" destOrd="0" presId="urn:microsoft.com/office/officeart/2005/8/layout/process1"/>
    <dgm:cxn modelId="{8F28F7D6-0932-4DE6-98C2-8B8485FF81AB}" type="presParOf" srcId="{7B0B60AF-CDF2-4C67-A086-DF10F771C22D}" destId="{1DE4179B-0410-45B1-B85E-D39B9A87E594}" srcOrd="0" destOrd="0" presId="urn:microsoft.com/office/officeart/2005/8/layout/process1"/>
    <dgm:cxn modelId="{CEA9689F-7DA7-4516-8214-94EFB4FC29ED}" type="presParOf" srcId="{24AA3802-5A54-428D-BD04-FFC73CB19A6D}" destId="{5778A5A8-7347-4753-A5DC-A5C35CB91068}" srcOrd="14" destOrd="0" presId="urn:microsoft.com/office/officeart/2005/8/layout/process1"/>
  </dgm:cxnLst>
  <dgm:bg>
    <a:noFill/>
  </dgm:bg>
  <dgm:whole>
    <a:effectLst>
      <a:reflection blurRad="6350" stA="52000" endA="300" endPos="35000" dir="5400000" sy="-100000" algn="bl" rotWithShape="0"/>
    </a:effectLst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5D1765-9823-45AA-BBBD-86908542D91D}" type="doc">
      <dgm:prSet loTypeId="urn:microsoft.com/office/officeart/2005/8/layout/pyramid1" loCatId="pyramid" qsTypeId="urn:microsoft.com/office/officeart/2005/8/quickstyle/simple1" qsCatId="simple" csTypeId="urn:microsoft.com/office/officeart/2005/8/colors/accent0_1" csCatId="mainScheme" phldr="1"/>
      <dgm:spPr/>
    </dgm:pt>
    <dgm:pt modelId="{D7850497-7F51-4FE3-9F43-B67462A626C7}">
      <dgm:prSet phldrT="[Text]" custT="1"/>
      <dgm:spPr/>
      <dgm:t>
        <a:bodyPr/>
        <a:lstStyle/>
        <a:p>
          <a:endParaRPr lang="th-TH" sz="1800" dirty="0">
            <a:latin typeface="Kanit" pitchFamily="2" charset="-34"/>
            <a:cs typeface="Kanit" pitchFamily="2" charset="-34"/>
          </a:endParaRPr>
        </a:p>
        <a:p>
          <a:endParaRPr lang="th-TH" sz="1800" dirty="0">
            <a:latin typeface="Kanit" pitchFamily="2" charset="-34"/>
            <a:cs typeface="Kanit" pitchFamily="2" charset="-34"/>
          </a:endParaRPr>
        </a:p>
        <a:p>
          <a:r>
            <a:rPr lang="th-TH" sz="1800" dirty="0">
              <a:latin typeface="Kanit" pitchFamily="2" charset="-34"/>
              <a:cs typeface="Kanit" pitchFamily="2" charset="-34"/>
            </a:rPr>
            <a:t>ผู้บริหาร</a:t>
          </a:r>
        </a:p>
        <a:p>
          <a:r>
            <a:rPr lang="th-TH" sz="1800" dirty="0">
              <a:latin typeface="Kanit" pitchFamily="2" charset="-34"/>
              <a:cs typeface="Kanit" pitchFamily="2" charset="-34"/>
            </a:rPr>
            <a:t>ระดับสูง</a:t>
          </a:r>
          <a:endParaRPr lang="en-US" sz="1800" dirty="0">
            <a:latin typeface="Kanit" pitchFamily="2" charset="-34"/>
            <a:cs typeface="Kanit" pitchFamily="2" charset="-34"/>
          </a:endParaRPr>
        </a:p>
      </dgm:t>
    </dgm:pt>
    <dgm:pt modelId="{7ECE44F2-45BD-48E0-AB69-9BF01913CC9D}" type="parTrans" cxnId="{2745BC5F-C432-4B19-8461-A95E5DEE42BB}">
      <dgm:prSet/>
      <dgm:spPr/>
      <dgm:t>
        <a:bodyPr/>
        <a:lstStyle/>
        <a:p>
          <a:endParaRPr lang="en-US"/>
        </a:p>
      </dgm:t>
    </dgm:pt>
    <dgm:pt modelId="{5B73335C-0943-47BA-A009-355C404F09D8}" type="sibTrans" cxnId="{2745BC5F-C432-4B19-8461-A95E5DEE42BB}">
      <dgm:prSet/>
      <dgm:spPr/>
      <dgm:t>
        <a:bodyPr/>
        <a:lstStyle/>
        <a:p>
          <a:endParaRPr lang="en-US"/>
        </a:p>
      </dgm:t>
    </dgm:pt>
    <dgm:pt modelId="{6069C351-850B-4CF1-B8F9-DFE660AE9BAE}">
      <dgm:prSet phldrT="[Text]" custT="1"/>
      <dgm:spPr/>
      <dgm:t>
        <a:bodyPr/>
        <a:lstStyle/>
        <a:p>
          <a:r>
            <a:rPr lang="th-TH" sz="1800" dirty="0">
              <a:latin typeface="Kanit" pitchFamily="2" charset="-34"/>
              <a:cs typeface="Kanit" pitchFamily="2" charset="-34"/>
            </a:rPr>
            <a:t>ผู้บริหารระดับกลาง</a:t>
          </a:r>
          <a:endParaRPr lang="en-US" sz="1800" dirty="0">
            <a:latin typeface="Kanit" pitchFamily="2" charset="-34"/>
            <a:cs typeface="Kanit" pitchFamily="2" charset="-34"/>
          </a:endParaRPr>
        </a:p>
      </dgm:t>
    </dgm:pt>
    <dgm:pt modelId="{2CBCC2D7-2807-41BC-8E4B-2C9B188A65B5}" type="parTrans" cxnId="{F19CE7B5-4F71-48B8-8857-DC29638EB667}">
      <dgm:prSet/>
      <dgm:spPr/>
      <dgm:t>
        <a:bodyPr/>
        <a:lstStyle/>
        <a:p>
          <a:endParaRPr lang="en-US"/>
        </a:p>
      </dgm:t>
    </dgm:pt>
    <dgm:pt modelId="{AE07C97D-436D-4289-BE2D-94863263AF14}" type="sibTrans" cxnId="{F19CE7B5-4F71-48B8-8857-DC29638EB667}">
      <dgm:prSet/>
      <dgm:spPr/>
      <dgm:t>
        <a:bodyPr/>
        <a:lstStyle/>
        <a:p>
          <a:endParaRPr lang="en-US"/>
        </a:p>
      </dgm:t>
    </dgm:pt>
    <dgm:pt modelId="{20632C41-E03A-40D6-99CD-9B0EB9CE805F}">
      <dgm:prSet phldrT="[Text]" custT="1"/>
      <dgm:spPr/>
      <dgm:t>
        <a:bodyPr/>
        <a:lstStyle/>
        <a:p>
          <a:r>
            <a:rPr lang="th-TH" sz="1800" dirty="0">
              <a:latin typeface="Kanit" pitchFamily="2" charset="-34"/>
              <a:cs typeface="Kanit" pitchFamily="2" charset="-34"/>
            </a:rPr>
            <a:t>ผู้บริหารระดับล่าง</a:t>
          </a:r>
          <a:endParaRPr lang="en-US" sz="1800" dirty="0">
            <a:latin typeface="Kanit" pitchFamily="2" charset="-34"/>
            <a:cs typeface="Kanit" pitchFamily="2" charset="-34"/>
          </a:endParaRPr>
        </a:p>
      </dgm:t>
    </dgm:pt>
    <dgm:pt modelId="{6D497B56-7BEA-4A73-9B66-4635492665DB}" type="parTrans" cxnId="{686B32AB-BB54-4103-86AE-172418FD4855}">
      <dgm:prSet/>
      <dgm:spPr/>
      <dgm:t>
        <a:bodyPr/>
        <a:lstStyle/>
        <a:p>
          <a:endParaRPr lang="en-US"/>
        </a:p>
      </dgm:t>
    </dgm:pt>
    <dgm:pt modelId="{52FF1283-A83B-45FF-8619-CE7307050B2E}" type="sibTrans" cxnId="{686B32AB-BB54-4103-86AE-172418FD4855}">
      <dgm:prSet/>
      <dgm:spPr/>
      <dgm:t>
        <a:bodyPr/>
        <a:lstStyle/>
        <a:p>
          <a:endParaRPr lang="en-US"/>
        </a:p>
      </dgm:t>
    </dgm:pt>
    <dgm:pt modelId="{AD18809D-36EF-45B3-BB6B-6E0EB5EA0E2E}">
      <dgm:prSet phldrT="[Text]" custT="1"/>
      <dgm:spPr/>
      <dgm:t>
        <a:bodyPr/>
        <a:lstStyle/>
        <a:p>
          <a:r>
            <a:rPr lang="th-TH" sz="1800" dirty="0">
              <a:latin typeface="Kanit" pitchFamily="2" charset="-34"/>
              <a:cs typeface="Kanit" pitchFamily="2" charset="-34"/>
            </a:rPr>
            <a:t>พนักงานระดับปฏิบัติงาน</a:t>
          </a:r>
          <a:endParaRPr lang="en-US" sz="1800" dirty="0">
            <a:latin typeface="Kanit" pitchFamily="2" charset="-34"/>
            <a:cs typeface="Kanit" pitchFamily="2" charset="-34"/>
          </a:endParaRPr>
        </a:p>
      </dgm:t>
    </dgm:pt>
    <dgm:pt modelId="{2834BA49-6517-4697-9D04-F3B07DF319AF}" type="parTrans" cxnId="{48A5E28F-E827-4EF5-9525-74EBEF2D92C1}">
      <dgm:prSet/>
      <dgm:spPr/>
      <dgm:t>
        <a:bodyPr/>
        <a:lstStyle/>
        <a:p>
          <a:endParaRPr lang="en-US"/>
        </a:p>
      </dgm:t>
    </dgm:pt>
    <dgm:pt modelId="{9CEB6D3E-1133-4B34-8528-29193D928A01}" type="sibTrans" cxnId="{48A5E28F-E827-4EF5-9525-74EBEF2D92C1}">
      <dgm:prSet/>
      <dgm:spPr/>
      <dgm:t>
        <a:bodyPr/>
        <a:lstStyle/>
        <a:p>
          <a:endParaRPr lang="en-US"/>
        </a:p>
      </dgm:t>
    </dgm:pt>
    <dgm:pt modelId="{73CC2385-588D-4423-97F2-B980512E720B}" type="pres">
      <dgm:prSet presAssocID="{BB5D1765-9823-45AA-BBBD-86908542D91D}" presName="Name0" presStyleCnt="0">
        <dgm:presLayoutVars>
          <dgm:dir/>
          <dgm:animLvl val="lvl"/>
          <dgm:resizeHandles val="exact"/>
        </dgm:presLayoutVars>
      </dgm:prSet>
      <dgm:spPr/>
    </dgm:pt>
    <dgm:pt modelId="{3A1BA77B-67E3-468A-B994-F970C1AB8C74}" type="pres">
      <dgm:prSet presAssocID="{D7850497-7F51-4FE3-9F43-B67462A626C7}" presName="Name8" presStyleCnt="0"/>
      <dgm:spPr/>
    </dgm:pt>
    <dgm:pt modelId="{8CFEA920-D179-43AA-A543-C31952A63E1E}" type="pres">
      <dgm:prSet presAssocID="{D7850497-7F51-4FE3-9F43-B67462A626C7}" presName="level" presStyleLbl="node1" presStyleIdx="0" presStyleCnt="4" custScaleY="165376">
        <dgm:presLayoutVars>
          <dgm:chMax val="1"/>
          <dgm:bulletEnabled val="1"/>
        </dgm:presLayoutVars>
      </dgm:prSet>
      <dgm:spPr/>
    </dgm:pt>
    <dgm:pt modelId="{AB63AE15-C39C-4590-80C8-2F6B7999D8C6}" type="pres">
      <dgm:prSet presAssocID="{D7850497-7F51-4FE3-9F43-B67462A626C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7818D66-2E51-4A41-83C3-0B51E1D8066A}" type="pres">
      <dgm:prSet presAssocID="{6069C351-850B-4CF1-B8F9-DFE660AE9BAE}" presName="Name8" presStyleCnt="0"/>
      <dgm:spPr/>
    </dgm:pt>
    <dgm:pt modelId="{2C1CF829-C55E-4A21-A0A3-B6DD864449FF}" type="pres">
      <dgm:prSet presAssocID="{6069C351-850B-4CF1-B8F9-DFE660AE9BAE}" presName="level" presStyleLbl="node1" presStyleIdx="1" presStyleCnt="4">
        <dgm:presLayoutVars>
          <dgm:chMax val="1"/>
          <dgm:bulletEnabled val="1"/>
        </dgm:presLayoutVars>
      </dgm:prSet>
      <dgm:spPr/>
    </dgm:pt>
    <dgm:pt modelId="{31C930AB-FF5C-4204-9AD7-C9229B6DBC88}" type="pres">
      <dgm:prSet presAssocID="{6069C351-850B-4CF1-B8F9-DFE660AE9BA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B54A165-67B5-48B2-8D0C-563C453F453A}" type="pres">
      <dgm:prSet presAssocID="{20632C41-E03A-40D6-99CD-9B0EB9CE805F}" presName="Name8" presStyleCnt="0"/>
      <dgm:spPr/>
    </dgm:pt>
    <dgm:pt modelId="{A479E2C6-E876-40F8-A537-26A9A4F6BA4C}" type="pres">
      <dgm:prSet presAssocID="{20632C41-E03A-40D6-99CD-9B0EB9CE805F}" presName="level" presStyleLbl="node1" presStyleIdx="2" presStyleCnt="4">
        <dgm:presLayoutVars>
          <dgm:chMax val="1"/>
          <dgm:bulletEnabled val="1"/>
        </dgm:presLayoutVars>
      </dgm:prSet>
      <dgm:spPr/>
    </dgm:pt>
    <dgm:pt modelId="{5B5487C9-70B4-45F1-8F8E-DB930BC4F223}" type="pres">
      <dgm:prSet presAssocID="{20632C41-E03A-40D6-99CD-9B0EB9CE805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C01D21C-E68B-4E85-AA18-45023C1FEB08}" type="pres">
      <dgm:prSet presAssocID="{AD18809D-36EF-45B3-BB6B-6E0EB5EA0E2E}" presName="Name8" presStyleCnt="0"/>
      <dgm:spPr/>
    </dgm:pt>
    <dgm:pt modelId="{9C34A2FB-6063-4531-AA6F-D7EE0D3FDEF4}" type="pres">
      <dgm:prSet presAssocID="{AD18809D-36EF-45B3-BB6B-6E0EB5EA0E2E}" presName="level" presStyleLbl="node1" presStyleIdx="3" presStyleCnt="4">
        <dgm:presLayoutVars>
          <dgm:chMax val="1"/>
          <dgm:bulletEnabled val="1"/>
        </dgm:presLayoutVars>
      </dgm:prSet>
      <dgm:spPr/>
    </dgm:pt>
    <dgm:pt modelId="{0B58A028-645E-40CC-B7DE-05DCF1533D79}" type="pres">
      <dgm:prSet presAssocID="{AD18809D-36EF-45B3-BB6B-6E0EB5EA0E2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67BD603-16FA-4159-A008-A6ACC5A35E7F}" type="presOf" srcId="{D7850497-7F51-4FE3-9F43-B67462A626C7}" destId="{AB63AE15-C39C-4590-80C8-2F6B7999D8C6}" srcOrd="1" destOrd="0" presId="urn:microsoft.com/office/officeart/2005/8/layout/pyramid1"/>
    <dgm:cxn modelId="{32EC4116-70CD-4243-AF4D-42D500D192BA}" type="presOf" srcId="{6069C351-850B-4CF1-B8F9-DFE660AE9BAE}" destId="{2C1CF829-C55E-4A21-A0A3-B6DD864449FF}" srcOrd="0" destOrd="0" presId="urn:microsoft.com/office/officeart/2005/8/layout/pyramid1"/>
    <dgm:cxn modelId="{B725EB37-7FFB-43CE-960D-6932056D0F92}" type="presOf" srcId="{6069C351-850B-4CF1-B8F9-DFE660AE9BAE}" destId="{31C930AB-FF5C-4204-9AD7-C9229B6DBC88}" srcOrd="1" destOrd="0" presId="urn:microsoft.com/office/officeart/2005/8/layout/pyramid1"/>
    <dgm:cxn modelId="{2745BC5F-C432-4B19-8461-A95E5DEE42BB}" srcId="{BB5D1765-9823-45AA-BBBD-86908542D91D}" destId="{D7850497-7F51-4FE3-9F43-B67462A626C7}" srcOrd="0" destOrd="0" parTransId="{7ECE44F2-45BD-48E0-AB69-9BF01913CC9D}" sibTransId="{5B73335C-0943-47BA-A009-355C404F09D8}"/>
    <dgm:cxn modelId="{14BD3079-AD9D-4045-9A81-6E8D8EBFE349}" type="presOf" srcId="{AD18809D-36EF-45B3-BB6B-6E0EB5EA0E2E}" destId="{9C34A2FB-6063-4531-AA6F-D7EE0D3FDEF4}" srcOrd="0" destOrd="0" presId="urn:microsoft.com/office/officeart/2005/8/layout/pyramid1"/>
    <dgm:cxn modelId="{48A5E28F-E827-4EF5-9525-74EBEF2D92C1}" srcId="{BB5D1765-9823-45AA-BBBD-86908542D91D}" destId="{AD18809D-36EF-45B3-BB6B-6E0EB5EA0E2E}" srcOrd="3" destOrd="0" parTransId="{2834BA49-6517-4697-9D04-F3B07DF319AF}" sibTransId="{9CEB6D3E-1133-4B34-8528-29193D928A01}"/>
    <dgm:cxn modelId="{B1D6299C-5140-4B8D-961A-8E824D2A6BCD}" type="presOf" srcId="{D7850497-7F51-4FE3-9F43-B67462A626C7}" destId="{8CFEA920-D179-43AA-A543-C31952A63E1E}" srcOrd="0" destOrd="0" presId="urn:microsoft.com/office/officeart/2005/8/layout/pyramid1"/>
    <dgm:cxn modelId="{4CD431A2-2FA9-4473-8D62-8CF1FDD7923C}" type="presOf" srcId="{BB5D1765-9823-45AA-BBBD-86908542D91D}" destId="{73CC2385-588D-4423-97F2-B980512E720B}" srcOrd="0" destOrd="0" presId="urn:microsoft.com/office/officeart/2005/8/layout/pyramid1"/>
    <dgm:cxn modelId="{686B32AB-BB54-4103-86AE-172418FD4855}" srcId="{BB5D1765-9823-45AA-BBBD-86908542D91D}" destId="{20632C41-E03A-40D6-99CD-9B0EB9CE805F}" srcOrd="2" destOrd="0" parTransId="{6D497B56-7BEA-4A73-9B66-4635492665DB}" sibTransId="{52FF1283-A83B-45FF-8619-CE7307050B2E}"/>
    <dgm:cxn modelId="{F19CE7B5-4F71-48B8-8857-DC29638EB667}" srcId="{BB5D1765-9823-45AA-BBBD-86908542D91D}" destId="{6069C351-850B-4CF1-B8F9-DFE660AE9BAE}" srcOrd="1" destOrd="0" parTransId="{2CBCC2D7-2807-41BC-8E4B-2C9B188A65B5}" sibTransId="{AE07C97D-436D-4289-BE2D-94863263AF14}"/>
    <dgm:cxn modelId="{9042EFCB-30AF-40A4-B405-07B4F4F8CB77}" type="presOf" srcId="{AD18809D-36EF-45B3-BB6B-6E0EB5EA0E2E}" destId="{0B58A028-645E-40CC-B7DE-05DCF1533D79}" srcOrd="1" destOrd="0" presId="urn:microsoft.com/office/officeart/2005/8/layout/pyramid1"/>
    <dgm:cxn modelId="{6CECE9D1-8763-4111-A5A5-87618B5312B7}" type="presOf" srcId="{20632C41-E03A-40D6-99CD-9B0EB9CE805F}" destId="{A479E2C6-E876-40F8-A537-26A9A4F6BA4C}" srcOrd="0" destOrd="0" presId="urn:microsoft.com/office/officeart/2005/8/layout/pyramid1"/>
    <dgm:cxn modelId="{3C0179F0-CDE9-47AF-991A-B7E4EC35E1B6}" type="presOf" srcId="{20632C41-E03A-40D6-99CD-9B0EB9CE805F}" destId="{5B5487C9-70B4-45F1-8F8E-DB930BC4F223}" srcOrd="1" destOrd="0" presId="urn:microsoft.com/office/officeart/2005/8/layout/pyramid1"/>
    <dgm:cxn modelId="{006CFA7B-38FC-413F-86E2-C4BDA703B4CA}" type="presParOf" srcId="{73CC2385-588D-4423-97F2-B980512E720B}" destId="{3A1BA77B-67E3-468A-B994-F970C1AB8C74}" srcOrd="0" destOrd="0" presId="urn:microsoft.com/office/officeart/2005/8/layout/pyramid1"/>
    <dgm:cxn modelId="{915E3CA2-B270-4FDE-A96D-19B4F2F5C2FD}" type="presParOf" srcId="{3A1BA77B-67E3-468A-B994-F970C1AB8C74}" destId="{8CFEA920-D179-43AA-A543-C31952A63E1E}" srcOrd="0" destOrd="0" presId="urn:microsoft.com/office/officeart/2005/8/layout/pyramid1"/>
    <dgm:cxn modelId="{34197791-5909-44A1-B137-3404ED55D4B5}" type="presParOf" srcId="{3A1BA77B-67E3-468A-B994-F970C1AB8C74}" destId="{AB63AE15-C39C-4590-80C8-2F6B7999D8C6}" srcOrd="1" destOrd="0" presId="urn:microsoft.com/office/officeart/2005/8/layout/pyramid1"/>
    <dgm:cxn modelId="{D5DCF9CC-98B4-4457-8AE3-376A1B4BA697}" type="presParOf" srcId="{73CC2385-588D-4423-97F2-B980512E720B}" destId="{B7818D66-2E51-4A41-83C3-0B51E1D8066A}" srcOrd="1" destOrd="0" presId="urn:microsoft.com/office/officeart/2005/8/layout/pyramid1"/>
    <dgm:cxn modelId="{77FD7194-8A72-4120-B1A2-CC4912D3B67D}" type="presParOf" srcId="{B7818D66-2E51-4A41-83C3-0B51E1D8066A}" destId="{2C1CF829-C55E-4A21-A0A3-B6DD864449FF}" srcOrd="0" destOrd="0" presId="urn:microsoft.com/office/officeart/2005/8/layout/pyramid1"/>
    <dgm:cxn modelId="{91D39AEB-8C1F-45AE-9475-5816F53DC71E}" type="presParOf" srcId="{B7818D66-2E51-4A41-83C3-0B51E1D8066A}" destId="{31C930AB-FF5C-4204-9AD7-C9229B6DBC88}" srcOrd="1" destOrd="0" presId="urn:microsoft.com/office/officeart/2005/8/layout/pyramid1"/>
    <dgm:cxn modelId="{48057A57-42F3-41A0-A1E2-CF0EE37349B0}" type="presParOf" srcId="{73CC2385-588D-4423-97F2-B980512E720B}" destId="{8B54A165-67B5-48B2-8D0C-563C453F453A}" srcOrd="2" destOrd="0" presId="urn:microsoft.com/office/officeart/2005/8/layout/pyramid1"/>
    <dgm:cxn modelId="{F273B629-A40A-4D06-A080-6254CAF0EBA5}" type="presParOf" srcId="{8B54A165-67B5-48B2-8D0C-563C453F453A}" destId="{A479E2C6-E876-40F8-A537-26A9A4F6BA4C}" srcOrd="0" destOrd="0" presId="urn:microsoft.com/office/officeart/2005/8/layout/pyramid1"/>
    <dgm:cxn modelId="{96E0E4A4-61CA-45EF-A6F1-359AEFE89E76}" type="presParOf" srcId="{8B54A165-67B5-48B2-8D0C-563C453F453A}" destId="{5B5487C9-70B4-45F1-8F8E-DB930BC4F223}" srcOrd="1" destOrd="0" presId="urn:microsoft.com/office/officeart/2005/8/layout/pyramid1"/>
    <dgm:cxn modelId="{56C4AEF7-53A0-40FD-B8C2-4488C2AD79F5}" type="presParOf" srcId="{73CC2385-588D-4423-97F2-B980512E720B}" destId="{CC01D21C-E68B-4E85-AA18-45023C1FEB08}" srcOrd="3" destOrd="0" presId="urn:microsoft.com/office/officeart/2005/8/layout/pyramid1"/>
    <dgm:cxn modelId="{7A2CAD20-7B1F-4FBB-867D-1A686F51CCA1}" type="presParOf" srcId="{CC01D21C-E68B-4E85-AA18-45023C1FEB08}" destId="{9C34A2FB-6063-4531-AA6F-D7EE0D3FDEF4}" srcOrd="0" destOrd="0" presId="urn:microsoft.com/office/officeart/2005/8/layout/pyramid1"/>
    <dgm:cxn modelId="{37692F1A-E9A1-4FDB-B5D6-CEC53A71D59D}" type="presParOf" srcId="{CC01D21C-E68B-4E85-AA18-45023C1FEB08}" destId="{0B58A028-645E-40CC-B7DE-05DCF1533D79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5D1765-9823-45AA-BBBD-86908542D91D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D7850497-7F51-4FE3-9F43-B67462A626C7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th-TH" sz="2000" dirty="0">
            <a:latin typeface="Kanit" pitchFamily="2" charset="-34"/>
            <a:cs typeface="Kanit" pitchFamily="2" charset="-34"/>
          </a:endParaRPr>
        </a:p>
        <a:p>
          <a:endParaRPr lang="th-TH" sz="2000" dirty="0">
            <a:latin typeface="Kanit" pitchFamily="2" charset="-34"/>
            <a:cs typeface="Kanit" pitchFamily="2" charset="-34"/>
          </a:endParaRPr>
        </a:p>
        <a:p>
          <a:r>
            <a:rPr lang="th-TH" sz="2000" dirty="0">
              <a:latin typeface="Kanit" pitchFamily="2" charset="-34"/>
              <a:cs typeface="Kanit" pitchFamily="2" charset="-34"/>
            </a:rPr>
            <a:t>ผู้บริหารระดับสูง</a:t>
          </a:r>
          <a:endParaRPr lang="en-US" sz="2000" dirty="0">
            <a:latin typeface="Kanit" pitchFamily="2" charset="-34"/>
            <a:cs typeface="Kanit" pitchFamily="2" charset="-34"/>
          </a:endParaRPr>
        </a:p>
      </dgm:t>
    </dgm:pt>
    <dgm:pt modelId="{7ECE44F2-45BD-48E0-AB69-9BF01913CC9D}" type="parTrans" cxnId="{2745BC5F-C432-4B19-8461-A95E5DEE42BB}">
      <dgm:prSet/>
      <dgm:spPr/>
      <dgm:t>
        <a:bodyPr/>
        <a:lstStyle/>
        <a:p>
          <a:endParaRPr lang="en-US"/>
        </a:p>
      </dgm:t>
    </dgm:pt>
    <dgm:pt modelId="{5B73335C-0943-47BA-A009-355C404F09D8}" type="sibTrans" cxnId="{2745BC5F-C432-4B19-8461-A95E5DEE42BB}">
      <dgm:prSet/>
      <dgm:spPr/>
      <dgm:t>
        <a:bodyPr/>
        <a:lstStyle/>
        <a:p>
          <a:endParaRPr lang="en-US"/>
        </a:p>
      </dgm:t>
    </dgm:pt>
    <dgm:pt modelId="{6069C351-850B-4CF1-B8F9-DFE660AE9BAE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th-TH" sz="2000" dirty="0">
              <a:latin typeface="Kanit" pitchFamily="2" charset="-34"/>
              <a:cs typeface="Kanit" pitchFamily="2" charset="-34"/>
            </a:rPr>
            <a:t>ผู้บริหารระดับกลาง</a:t>
          </a:r>
          <a:endParaRPr lang="en-US" sz="2000" dirty="0">
            <a:latin typeface="Kanit" pitchFamily="2" charset="-34"/>
            <a:cs typeface="Kanit" pitchFamily="2" charset="-34"/>
          </a:endParaRPr>
        </a:p>
      </dgm:t>
    </dgm:pt>
    <dgm:pt modelId="{2CBCC2D7-2807-41BC-8E4B-2C9B188A65B5}" type="parTrans" cxnId="{F19CE7B5-4F71-48B8-8857-DC29638EB667}">
      <dgm:prSet/>
      <dgm:spPr/>
      <dgm:t>
        <a:bodyPr/>
        <a:lstStyle/>
        <a:p>
          <a:endParaRPr lang="en-US"/>
        </a:p>
      </dgm:t>
    </dgm:pt>
    <dgm:pt modelId="{AE07C97D-436D-4289-BE2D-94863263AF14}" type="sibTrans" cxnId="{F19CE7B5-4F71-48B8-8857-DC29638EB667}">
      <dgm:prSet/>
      <dgm:spPr/>
      <dgm:t>
        <a:bodyPr/>
        <a:lstStyle/>
        <a:p>
          <a:endParaRPr lang="en-US"/>
        </a:p>
      </dgm:t>
    </dgm:pt>
    <dgm:pt modelId="{20632C41-E03A-40D6-99CD-9B0EB9CE805F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th-TH" sz="2000" dirty="0">
              <a:latin typeface="Kanit" pitchFamily="2" charset="-34"/>
              <a:cs typeface="Kanit" pitchFamily="2" charset="-34"/>
            </a:rPr>
            <a:t>ผู้บริหารระดับล่าง</a:t>
          </a:r>
          <a:endParaRPr lang="en-US" sz="2000" dirty="0">
            <a:latin typeface="Kanit" pitchFamily="2" charset="-34"/>
            <a:cs typeface="Kanit" pitchFamily="2" charset="-34"/>
          </a:endParaRPr>
        </a:p>
      </dgm:t>
    </dgm:pt>
    <dgm:pt modelId="{6D497B56-7BEA-4A73-9B66-4635492665DB}" type="parTrans" cxnId="{686B32AB-BB54-4103-86AE-172418FD4855}">
      <dgm:prSet/>
      <dgm:spPr/>
      <dgm:t>
        <a:bodyPr/>
        <a:lstStyle/>
        <a:p>
          <a:endParaRPr lang="en-US"/>
        </a:p>
      </dgm:t>
    </dgm:pt>
    <dgm:pt modelId="{52FF1283-A83B-45FF-8619-CE7307050B2E}" type="sibTrans" cxnId="{686B32AB-BB54-4103-86AE-172418FD4855}">
      <dgm:prSet/>
      <dgm:spPr/>
      <dgm:t>
        <a:bodyPr/>
        <a:lstStyle/>
        <a:p>
          <a:endParaRPr lang="en-US"/>
        </a:p>
      </dgm:t>
    </dgm:pt>
    <dgm:pt modelId="{AD18809D-36EF-45B3-BB6B-6E0EB5EA0E2E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th-TH" sz="2000" dirty="0">
              <a:latin typeface="Kanit" pitchFamily="2" charset="-34"/>
              <a:cs typeface="Kanit" pitchFamily="2" charset="-34"/>
            </a:rPr>
            <a:t>พนักงานระดับปฏิบัติงาน</a:t>
          </a:r>
          <a:endParaRPr lang="en-US" sz="2000" dirty="0">
            <a:latin typeface="Kanit" pitchFamily="2" charset="-34"/>
            <a:cs typeface="Kanit" pitchFamily="2" charset="-34"/>
          </a:endParaRPr>
        </a:p>
      </dgm:t>
    </dgm:pt>
    <dgm:pt modelId="{2834BA49-6517-4697-9D04-F3B07DF319AF}" type="parTrans" cxnId="{48A5E28F-E827-4EF5-9525-74EBEF2D92C1}">
      <dgm:prSet/>
      <dgm:spPr/>
      <dgm:t>
        <a:bodyPr/>
        <a:lstStyle/>
        <a:p>
          <a:endParaRPr lang="en-US"/>
        </a:p>
      </dgm:t>
    </dgm:pt>
    <dgm:pt modelId="{9CEB6D3E-1133-4B34-8528-29193D928A01}" type="sibTrans" cxnId="{48A5E28F-E827-4EF5-9525-74EBEF2D92C1}">
      <dgm:prSet/>
      <dgm:spPr/>
      <dgm:t>
        <a:bodyPr/>
        <a:lstStyle/>
        <a:p>
          <a:endParaRPr lang="en-US"/>
        </a:p>
      </dgm:t>
    </dgm:pt>
    <dgm:pt modelId="{73CC2385-588D-4423-97F2-B980512E720B}" type="pres">
      <dgm:prSet presAssocID="{BB5D1765-9823-45AA-BBBD-86908542D91D}" presName="Name0" presStyleCnt="0">
        <dgm:presLayoutVars>
          <dgm:dir/>
          <dgm:animLvl val="lvl"/>
          <dgm:resizeHandles val="exact"/>
        </dgm:presLayoutVars>
      </dgm:prSet>
      <dgm:spPr/>
    </dgm:pt>
    <dgm:pt modelId="{3A1BA77B-67E3-468A-B994-F970C1AB8C74}" type="pres">
      <dgm:prSet presAssocID="{D7850497-7F51-4FE3-9F43-B67462A626C7}" presName="Name8" presStyleCnt="0"/>
      <dgm:spPr/>
    </dgm:pt>
    <dgm:pt modelId="{8CFEA920-D179-43AA-A543-C31952A63E1E}" type="pres">
      <dgm:prSet presAssocID="{D7850497-7F51-4FE3-9F43-B67462A626C7}" presName="level" presStyleLbl="node1" presStyleIdx="0" presStyleCnt="4" custScaleY="165376">
        <dgm:presLayoutVars>
          <dgm:chMax val="1"/>
          <dgm:bulletEnabled val="1"/>
        </dgm:presLayoutVars>
      </dgm:prSet>
      <dgm:spPr/>
    </dgm:pt>
    <dgm:pt modelId="{AB63AE15-C39C-4590-80C8-2F6B7999D8C6}" type="pres">
      <dgm:prSet presAssocID="{D7850497-7F51-4FE3-9F43-B67462A626C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7818D66-2E51-4A41-83C3-0B51E1D8066A}" type="pres">
      <dgm:prSet presAssocID="{6069C351-850B-4CF1-B8F9-DFE660AE9BAE}" presName="Name8" presStyleCnt="0"/>
      <dgm:spPr/>
    </dgm:pt>
    <dgm:pt modelId="{2C1CF829-C55E-4A21-A0A3-B6DD864449FF}" type="pres">
      <dgm:prSet presAssocID="{6069C351-850B-4CF1-B8F9-DFE660AE9BAE}" presName="level" presStyleLbl="node1" presStyleIdx="1" presStyleCnt="4">
        <dgm:presLayoutVars>
          <dgm:chMax val="1"/>
          <dgm:bulletEnabled val="1"/>
        </dgm:presLayoutVars>
      </dgm:prSet>
      <dgm:spPr/>
    </dgm:pt>
    <dgm:pt modelId="{31C930AB-FF5C-4204-9AD7-C9229B6DBC88}" type="pres">
      <dgm:prSet presAssocID="{6069C351-850B-4CF1-B8F9-DFE660AE9BA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B54A165-67B5-48B2-8D0C-563C453F453A}" type="pres">
      <dgm:prSet presAssocID="{20632C41-E03A-40D6-99CD-9B0EB9CE805F}" presName="Name8" presStyleCnt="0"/>
      <dgm:spPr/>
    </dgm:pt>
    <dgm:pt modelId="{A479E2C6-E876-40F8-A537-26A9A4F6BA4C}" type="pres">
      <dgm:prSet presAssocID="{20632C41-E03A-40D6-99CD-9B0EB9CE805F}" presName="level" presStyleLbl="node1" presStyleIdx="2" presStyleCnt="4">
        <dgm:presLayoutVars>
          <dgm:chMax val="1"/>
          <dgm:bulletEnabled val="1"/>
        </dgm:presLayoutVars>
      </dgm:prSet>
      <dgm:spPr/>
    </dgm:pt>
    <dgm:pt modelId="{5B5487C9-70B4-45F1-8F8E-DB930BC4F223}" type="pres">
      <dgm:prSet presAssocID="{20632C41-E03A-40D6-99CD-9B0EB9CE805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C01D21C-E68B-4E85-AA18-45023C1FEB08}" type="pres">
      <dgm:prSet presAssocID="{AD18809D-36EF-45B3-BB6B-6E0EB5EA0E2E}" presName="Name8" presStyleCnt="0"/>
      <dgm:spPr/>
    </dgm:pt>
    <dgm:pt modelId="{9C34A2FB-6063-4531-AA6F-D7EE0D3FDEF4}" type="pres">
      <dgm:prSet presAssocID="{AD18809D-36EF-45B3-BB6B-6E0EB5EA0E2E}" presName="level" presStyleLbl="node1" presStyleIdx="3" presStyleCnt="4">
        <dgm:presLayoutVars>
          <dgm:chMax val="1"/>
          <dgm:bulletEnabled val="1"/>
        </dgm:presLayoutVars>
      </dgm:prSet>
      <dgm:spPr/>
    </dgm:pt>
    <dgm:pt modelId="{0B58A028-645E-40CC-B7DE-05DCF1533D79}" type="pres">
      <dgm:prSet presAssocID="{AD18809D-36EF-45B3-BB6B-6E0EB5EA0E2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F1FD91A-2D78-4D22-8576-3FD50E59C8C7}" type="presOf" srcId="{BB5D1765-9823-45AA-BBBD-86908542D91D}" destId="{73CC2385-588D-4423-97F2-B980512E720B}" srcOrd="0" destOrd="0" presId="urn:microsoft.com/office/officeart/2005/8/layout/pyramid1"/>
    <dgm:cxn modelId="{2C519A1F-460B-4EAE-988A-33F27C85F012}" type="presOf" srcId="{AD18809D-36EF-45B3-BB6B-6E0EB5EA0E2E}" destId="{0B58A028-645E-40CC-B7DE-05DCF1533D79}" srcOrd="1" destOrd="0" presId="urn:microsoft.com/office/officeart/2005/8/layout/pyramid1"/>
    <dgm:cxn modelId="{2745BC5F-C432-4B19-8461-A95E5DEE42BB}" srcId="{BB5D1765-9823-45AA-BBBD-86908542D91D}" destId="{D7850497-7F51-4FE3-9F43-B67462A626C7}" srcOrd="0" destOrd="0" parTransId="{7ECE44F2-45BD-48E0-AB69-9BF01913CC9D}" sibTransId="{5B73335C-0943-47BA-A009-355C404F09D8}"/>
    <dgm:cxn modelId="{A7C94375-4F52-47F3-88E5-7D724E9F6B1B}" type="presOf" srcId="{AD18809D-36EF-45B3-BB6B-6E0EB5EA0E2E}" destId="{9C34A2FB-6063-4531-AA6F-D7EE0D3FDEF4}" srcOrd="0" destOrd="0" presId="urn:microsoft.com/office/officeart/2005/8/layout/pyramid1"/>
    <dgm:cxn modelId="{C3BBF381-2FC3-4A53-A996-7A5F7350E6FF}" type="presOf" srcId="{6069C351-850B-4CF1-B8F9-DFE660AE9BAE}" destId="{31C930AB-FF5C-4204-9AD7-C9229B6DBC88}" srcOrd="1" destOrd="0" presId="urn:microsoft.com/office/officeart/2005/8/layout/pyramid1"/>
    <dgm:cxn modelId="{F5F38386-F300-4235-81AD-92CB3869C90A}" type="presOf" srcId="{D7850497-7F51-4FE3-9F43-B67462A626C7}" destId="{AB63AE15-C39C-4590-80C8-2F6B7999D8C6}" srcOrd="1" destOrd="0" presId="urn:microsoft.com/office/officeart/2005/8/layout/pyramid1"/>
    <dgm:cxn modelId="{48A5E28F-E827-4EF5-9525-74EBEF2D92C1}" srcId="{BB5D1765-9823-45AA-BBBD-86908542D91D}" destId="{AD18809D-36EF-45B3-BB6B-6E0EB5EA0E2E}" srcOrd="3" destOrd="0" parTransId="{2834BA49-6517-4697-9D04-F3B07DF319AF}" sibTransId="{9CEB6D3E-1133-4B34-8528-29193D928A01}"/>
    <dgm:cxn modelId="{06F8DF9F-04DC-40E8-8AC6-EFDB00CEEC68}" type="presOf" srcId="{6069C351-850B-4CF1-B8F9-DFE660AE9BAE}" destId="{2C1CF829-C55E-4A21-A0A3-B6DD864449FF}" srcOrd="0" destOrd="0" presId="urn:microsoft.com/office/officeart/2005/8/layout/pyramid1"/>
    <dgm:cxn modelId="{686B32AB-BB54-4103-86AE-172418FD4855}" srcId="{BB5D1765-9823-45AA-BBBD-86908542D91D}" destId="{20632C41-E03A-40D6-99CD-9B0EB9CE805F}" srcOrd="2" destOrd="0" parTransId="{6D497B56-7BEA-4A73-9B66-4635492665DB}" sibTransId="{52FF1283-A83B-45FF-8619-CE7307050B2E}"/>
    <dgm:cxn modelId="{F19CE7B5-4F71-48B8-8857-DC29638EB667}" srcId="{BB5D1765-9823-45AA-BBBD-86908542D91D}" destId="{6069C351-850B-4CF1-B8F9-DFE660AE9BAE}" srcOrd="1" destOrd="0" parTransId="{2CBCC2D7-2807-41BC-8E4B-2C9B188A65B5}" sibTransId="{AE07C97D-436D-4289-BE2D-94863263AF14}"/>
    <dgm:cxn modelId="{44DBF7BC-5780-47C0-AD7D-FBB0BB66D8D3}" type="presOf" srcId="{D7850497-7F51-4FE3-9F43-B67462A626C7}" destId="{8CFEA920-D179-43AA-A543-C31952A63E1E}" srcOrd="0" destOrd="0" presId="urn:microsoft.com/office/officeart/2005/8/layout/pyramid1"/>
    <dgm:cxn modelId="{41BC3BDB-2075-4D64-A683-ABAC097669B1}" type="presOf" srcId="{20632C41-E03A-40D6-99CD-9B0EB9CE805F}" destId="{A479E2C6-E876-40F8-A537-26A9A4F6BA4C}" srcOrd="0" destOrd="0" presId="urn:microsoft.com/office/officeart/2005/8/layout/pyramid1"/>
    <dgm:cxn modelId="{4D3224E9-8BF9-4797-961C-83CE068CEBAC}" type="presOf" srcId="{20632C41-E03A-40D6-99CD-9B0EB9CE805F}" destId="{5B5487C9-70B4-45F1-8F8E-DB930BC4F223}" srcOrd="1" destOrd="0" presId="urn:microsoft.com/office/officeart/2005/8/layout/pyramid1"/>
    <dgm:cxn modelId="{2618F6B8-DB60-46DC-869B-3E20F690DB82}" type="presParOf" srcId="{73CC2385-588D-4423-97F2-B980512E720B}" destId="{3A1BA77B-67E3-468A-B994-F970C1AB8C74}" srcOrd="0" destOrd="0" presId="urn:microsoft.com/office/officeart/2005/8/layout/pyramid1"/>
    <dgm:cxn modelId="{13857CFE-02BD-4BDA-BE1B-DD9A2BE5DA06}" type="presParOf" srcId="{3A1BA77B-67E3-468A-B994-F970C1AB8C74}" destId="{8CFEA920-D179-43AA-A543-C31952A63E1E}" srcOrd="0" destOrd="0" presId="urn:microsoft.com/office/officeart/2005/8/layout/pyramid1"/>
    <dgm:cxn modelId="{F7E02CF2-9661-4B2E-8726-CF50AC390554}" type="presParOf" srcId="{3A1BA77B-67E3-468A-B994-F970C1AB8C74}" destId="{AB63AE15-C39C-4590-80C8-2F6B7999D8C6}" srcOrd="1" destOrd="0" presId="urn:microsoft.com/office/officeart/2005/8/layout/pyramid1"/>
    <dgm:cxn modelId="{5A9AEC9B-BC3A-44B2-87CA-2612FE06CCA6}" type="presParOf" srcId="{73CC2385-588D-4423-97F2-B980512E720B}" destId="{B7818D66-2E51-4A41-83C3-0B51E1D8066A}" srcOrd="1" destOrd="0" presId="urn:microsoft.com/office/officeart/2005/8/layout/pyramid1"/>
    <dgm:cxn modelId="{72C7AEFB-BAAA-44BE-A983-2FFD7D1B1DA1}" type="presParOf" srcId="{B7818D66-2E51-4A41-83C3-0B51E1D8066A}" destId="{2C1CF829-C55E-4A21-A0A3-B6DD864449FF}" srcOrd="0" destOrd="0" presId="urn:microsoft.com/office/officeart/2005/8/layout/pyramid1"/>
    <dgm:cxn modelId="{5C7BF5DC-5CFC-486B-840D-DFE3625AD4F8}" type="presParOf" srcId="{B7818D66-2E51-4A41-83C3-0B51E1D8066A}" destId="{31C930AB-FF5C-4204-9AD7-C9229B6DBC88}" srcOrd="1" destOrd="0" presId="urn:microsoft.com/office/officeart/2005/8/layout/pyramid1"/>
    <dgm:cxn modelId="{BEA69366-FE1E-4FA1-AB73-912D5036357C}" type="presParOf" srcId="{73CC2385-588D-4423-97F2-B980512E720B}" destId="{8B54A165-67B5-48B2-8D0C-563C453F453A}" srcOrd="2" destOrd="0" presId="urn:microsoft.com/office/officeart/2005/8/layout/pyramid1"/>
    <dgm:cxn modelId="{0BC67320-7A78-4039-88BC-2C301F1D040C}" type="presParOf" srcId="{8B54A165-67B5-48B2-8D0C-563C453F453A}" destId="{A479E2C6-E876-40F8-A537-26A9A4F6BA4C}" srcOrd="0" destOrd="0" presId="urn:microsoft.com/office/officeart/2005/8/layout/pyramid1"/>
    <dgm:cxn modelId="{9D768CF5-8AD2-49AB-8642-E528E6B5B920}" type="presParOf" srcId="{8B54A165-67B5-48B2-8D0C-563C453F453A}" destId="{5B5487C9-70B4-45F1-8F8E-DB930BC4F223}" srcOrd="1" destOrd="0" presId="urn:microsoft.com/office/officeart/2005/8/layout/pyramid1"/>
    <dgm:cxn modelId="{91BD4489-5FAD-4566-BD5E-4C3C9C3A313D}" type="presParOf" srcId="{73CC2385-588D-4423-97F2-B980512E720B}" destId="{CC01D21C-E68B-4E85-AA18-45023C1FEB08}" srcOrd="3" destOrd="0" presId="urn:microsoft.com/office/officeart/2005/8/layout/pyramid1"/>
    <dgm:cxn modelId="{DC1257EA-DFA8-426D-B902-DEF8387609DB}" type="presParOf" srcId="{CC01D21C-E68B-4E85-AA18-45023C1FEB08}" destId="{9C34A2FB-6063-4531-AA6F-D7EE0D3FDEF4}" srcOrd="0" destOrd="0" presId="urn:microsoft.com/office/officeart/2005/8/layout/pyramid1"/>
    <dgm:cxn modelId="{B20AD388-18B3-4BB3-991B-49F022DB7B24}" type="presParOf" srcId="{CC01D21C-E68B-4E85-AA18-45023C1FEB08}" destId="{0B58A028-645E-40CC-B7DE-05DCF1533D79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65C72-19AA-4077-8578-245C07F8D3FF}">
      <dsp:nvSpPr>
        <dsp:cNvPr id="0" name=""/>
        <dsp:cNvSpPr/>
      </dsp:nvSpPr>
      <dsp:spPr>
        <a:xfrm>
          <a:off x="3955" y="2078701"/>
          <a:ext cx="1070794" cy="127867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>
              <a:latin typeface="TH Sarabun Chula" panose="00000500000000000000" pitchFamily="2" charset="-34"/>
              <a:cs typeface="TH Sarabun Chula" panose="00000500000000000000" pitchFamily="2" charset="-34"/>
            </a:rPr>
            <a:t>ค้นหาความจริง</a:t>
          </a:r>
          <a:endParaRPr lang="en-US" sz="1800" b="1" kern="1200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sp:txBody>
      <dsp:txXfrm>
        <a:off x="35317" y="2110063"/>
        <a:ext cx="1008070" cy="1215954"/>
      </dsp:txXfrm>
    </dsp:sp>
    <dsp:sp modelId="{E540EA4B-453C-4C56-BA2F-8ECFF7F98617}">
      <dsp:nvSpPr>
        <dsp:cNvPr id="0" name=""/>
        <dsp:cNvSpPr/>
      </dsp:nvSpPr>
      <dsp:spPr>
        <a:xfrm rot="21580032">
          <a:off x="1181827" y="2580871"/>
          <a:ext cx="227012" cy="26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chemeClr val="tx1"/>
            </a:solidFill>
          </a:endParaRPr>
        </a:p>
      </dsp:txBody>
      <dsp:txXfrm>
        <a:off x="1181828" y="2634180"/>
        <a:ext cx="158908" cy="159334"/>
      </dsp:txXfrm>
    </dsp:sp>
    <dsp:sp modelId="{703CDB73-A029-4546-ACAA-455AEA107D90}">
      <dsp:nvSpPr>
        <dsp:cNvPr id="0" name=""/>
        <dsp:cNvSpPr/>
      </dsp:nvSpPr>
      <dsp:spPr>
        <a:xfrm>
          <a:off x="1503067" y="2069994"/>
          <a:ext cx="1070794" cy="127867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 dirty="0">
              <a:solidFill>
                <a:schemeClr val="tx1"/>
              </a:solidFill>
              <a:latin typeface="TH Sarabun Chula" panose="00000500000000000000" pitchFamily="2" charset="-34"/>
              <a:cs typeface="TH Sarabun Chula" panose="00000500000000000000" pitchFamily="2" charset="-34"/>
            </a:rPr>
            <a:t>ตรวจสอบผลประโยชน์และความคุ้มค่า</a:t>
          </a:r>
          <a:endParaRPr lang="en-US" sz="1800" b="1" kern="1200" dirty="0">
            <a:solidFill>
              <a:schemeClr val="tx1"/>
            </a:solidFill>
            <a:latin typeface="TH Sarabun Chula" panose="00000500000000000000" pitchFamily="2" charset="-34"/>
            <a:cs typeface="TH Sarabun Chula" panose="00000500000000000000" pitchFamily="2" charset="-34"/>
          </a:endParaRPr>
        </a:p>
      </dsp:txBody>
      <dsp:txXfrm>
        <a:off x="1534429" y="2101356"/>
        <a:ext cx="1008070" cy="1215954"/>
      </dsp:txXfrm>
    </dsp:sp>
    <dsp:sp modelId="{6F54E1ED-F8D0-439F-9FE3-5502E9B60D1B}">
      <dsp:nvSpPr>
        <dsp:cNvPr id="0" name=""/>
        <dsp:cNvSpPr/>
      </dsp:nvSpPr>
      <dsp:spPr>
        <a:xfrm>
          <a:off x="2680940" y="2576555"/>
          <a:ext cx="227008" cy="26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chemeClr val="tx1"/>
            </a:solidFill>
          </a:endParaRPr>
        </a:p>
      </dsp:txBody>
      <dsp:txXfrm>
        <a:off x="2680940" y="2629666"/>
        <a:ext cx="158906" cy="159334"/>
      </dsp:txXfrm>
    </dsp:sp>
    <dsp:sp modelId="{53D0212A-2768-4CF1-84B5-DCE3F42A52C8}">
      <dsp:nvSpPr>
        <dsp:cNvPr id="0" name=""/>
        <dsp:cNvSpPr/>
      </dsp:nvSpPr>
      <dsp:spPr>
        <a:xfrm>
          <a:off x="3002179" y="2069994"/>
          <a:ext cx="1070794" cy="127867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>
              <a:latin typeface="TH Sarabun Chula" panose="00000500000000000000" pitchFamily="2" charset="-34"/>
              <a:cs typeface="TH Sarabun Chula" panose="00000500000000000000" pitchFamily="2" charset="-34"/>
            </a:rPr>
            <a:t>กำหนดความต้องการ</a:t>
          </a:r>
          <a:endParaRPr lang="en-US" sz="1800" b="1" kern="1200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sp:txBody>
      <dsp:txXfrm>
        <a:off x="3033541" y="2101356"/>
        <a:ext cx="1008070" cy="1215954"/>
      </dsp:txXfrm>
    </dsp:sp>
    <dsp:sp modelId="{7C58B259-FD8B-4C7E-93FE-6FA189B77457}">
      <dsp:nvSpPr>
        <dsp:cNvPr id="0" name=""/>
        <dsp:cNvSpPr/>
      </dsp:nvSpPr>
      <dsp:spPr>
        <a:xfrm>
          <a:off x="4180052" y="2576555"/>
          <a:ext cx="227008" cy="26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chemeClr val="tx1"/>
            </a:solidFill>
          </a:endParaRPr>
        </a:p>
      </dsp:txBody>
      <dsp:txXfrm>
        <a:off x="4180052" y="2629666"/>
        <a:ext cx="158906" cy="159334"/>
      </dsp:txXfrm>
    </dsp:sp>
    <dsp:sp modelId="{81EA129E-88CA-42F9-A8B4-7E48140A0650}">
      <dsp:nvSpPr>
        <dsp:cNvPr id="0" name=""/>
        <dsp:cNvSpPr/>
      </dsp:nvSpPr>
      <dsp:spPr>
        <a:xfrm>
          <a:off x="4501290" y="2069994"/>
          <a:ext cx="1070794" cy="127867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 dirty="0">
              <a:solidFill>
                <a:schemeClr val="tx1"/>
              </a:solidFill>
              <a:latin typeface="TH Sarabun Chula" panose="00000500000000000000" pitchFamily="2" charset="-34"/>
              <a:cs typeface="TH Sarabun Chula" panose="00000500000000000000" pitchFamily="2" charset="-34"/>
            </a:rPr>
            <a:t>พัฒนาแนวทางแก้ไขปัญหา</a:t>
          </a:r>
          <a:endParaRPr lang="en-US" sz="1800" b="1" kern="1200" dirty="0">
            <a:solidFill>
              <a:schemeClr val="tx1"/>
            </a:solidFill>
            <a:latin typeface="TH Sarabun Chula" panose="00000500000000000000" pitchFamily="2" charset="-34"/>
            <a:cs typeface="TH Sarabun Chula" panose="00000500000000000000" pitchFamily="2" charset="-34"/>
          </a:endParaRPr>
        </a:p>
      </dsp:txBody>
      <dsp:txXfrm>
        <a:off x="4532652" y="2101356"/>
        <a:ext cx="1008070" cy="1215954"/>
      </dsp:txXfrm>
    </dsp:sp>
    <dsp:sp modelId="{41F136CB-F511-4255-8A28-44D084E2F27D}">
      <dsp:nvSpPr>
        <dsp:cNvPr id="0" name=""/>
        <dsp:cNvSpPr/>
      </dsp:nvSpPr>
      <dsp:spPr>
        <a:xfrm>
          <a:off x="5679164" y="2576555"/>
          <a:ext cx="227008" cy="26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chemeClr val="tx1"/>
            </a:solidFill>
          </a:endParaRPr>
        </a:p>
      </dsp:txBody>
      <dsp:txXfrm>
        <a:off x="5679164" y="2629666"/>
        <a:ext cx="158906" cy="159334"/>
      </dsp:txXfrm>
    </dsp:sp>
    <dsp:sp modelId="{E196895B-A5A9-45B9-B5D8-F909EFD7D149}">
      <dsp:nvSpPr>
        <dsp:cNvPr id="0" name=""/>
        <dsp:cNvSpPr/>
      </dsp:nvSpPr>
      <dsp:spPr>
        <a:xfrm>
          <a:off x="6000402" y="2069994"/>
          <a:ext cx="1070794" cy="127867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>
              <a:latin typeface="TH Sarabun Chula" panose="00000500000000000000" pitchFamily="2" charset="-34"/>
              <a:cs typeface="TH Sarabun Chula" panose="00000500000000000000" pitchFamily="2" charset="-34"/>
            </a:rPr>
            <a:t>เลือกแนวทางที่ดีที่สุดมาใช้</a:t>
          </a:r>
          <a:endParaRPr lang="en-US" sz="1800" b="1" kern="1200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sp:txBody>
      <dsp:txXfrm>
        <a:off x="6031764" y="2101356"/>
        <a:ext cx="1008070" cy="1215954"/>
      </dsp:txXfrm>
    </dsp:sp>
    <dsp:sp modelId="{197F54D7-E9F7-44BE-A347-8B045C797E7F}">
      <dsp:nvSpPr>
        <dsp:cNvPr id="0" name=""/>
        <dsp:cNvSpPr/>
      </dsp:nvSpPr>
      <dsp:spPr>
        <a:xfrm>
          <a:off x="7178276" y="2576555"/>
          <a:ext cx="227008" cy="26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chemeClr val="tx1"/>
            </a:solidFill>
          </a:endParaRPr>
        </a:p>
      </dsp:txBody>
      <dsp:txXfrm>
        <a:off x="7178276" y="2629666"/>
        <a:ext cx="158906" cy="159334"/>
      </dsp:txXfrm>
    </dsp:sp>
    <dsp:sp modelId="{0820DBDF-62D4-4FDB-B74C-B8DF13ECB5A1}">
      <dsp:nvSpPr>
        <dsp:cNvPr id="0" name=""/>
        <dsp:cNvSpPr/>
      </dsp:nvSpPr>
      <dsp:spPr>
        <a:xfrm>
          <a:off x="7499514" y="2069994"/>
          <a:ext cx="1070794" cy="127867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>
              <a:latin typeface="TH Sarabun Chula" panose="00000500000000000000" pitchFamily="2" charset="-34"/>
              <a:cs typeface="TH Sarabun Chula" panose="00000500000000000000" pitchFamily="2" charset="-34"/>
            </a:rPr>
            <a:t>กำหนดรายละเอียด</a:t>
          </a:r>
          <a:endParaRPr lang="en-US" sz="1800" b="1" kern="1200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sp:txBody>
      <dsp:txXfrm>
        <a:off x="7530876" y="2101356"/>
        <a:ext cx="1008070" cy="1215954"/>
      </dsp:txXfrm>
    </dsp:sp>
    <dsp:sp modelId="{50CCD2D8-3B97-4FB8-B481-429E19EBCAAC}">
      <dsp:nvSpPr>
        <dsp:cNvPr id="0" name=""/>
        <dsp:cNvSpPr/>
      </dsp:nvSpPr>
      <dsp:spPr>
        <a:xfrm>
          <a:off x="8677388" y="2576555"/>
          <a:ext cx="227008" cy="26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chemeClr val="tx1"/>
            </a:solidFill>
          </a:endParaRPr>
        </a:p>
      </dsp:txBody>
      <dsp:txXfrm>
        <a:off x="8677388" y="2629666"/>
        <a:ext cx="158906" cy="159334"/>
      </dsp:txXfrm>
    </dsp:sp>
    <dsp:sp modelId="{33092E96-D692-4F5A-9E17-9BB8B7D94F3B}">
      <dsp:nvSpPr>
        <dsp:cNvPr id="0" name=""/>
        <dsp:cNvSpPr/>
      </dsp:nvSpPr>
      <dsp:spPr>
        <a:xfrm>
          <a:off x="8998626" y="2069994"/>
          <a:ext cx="1070794" cy="127867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>
              <a:solidFill>
                <a:schemeClr val="tx1"/>
              </a:solidFill>
              <a:latin typeface="TH Sarabun Chula" panose="00000500000000000000" pitchFamily="2" charset="-34"/>
              <a:cs typeface="TH Sarabun Chula" panose="00000500000000000000" pitchFamily="2" charset="-34"/>
            </a:rPr>
            <a:t>นำไปใช้</a:t>
          </a:r>
          <a:endParaRPr lang="en-US" sz="1800" b="1" kern="1200" dirty="0">
            <a:solidFill>
              <a:schemeClr val="tx1"/>
            </a:solidFill>
            <a:latin typeface="TH Sarabun Chula" panose="00000500000000000000" pitchFamily="2" charset="-34"/>
            <a:cs typeface="TH Sarabun Chula" panose="00000500000000000000" pitchFamily="2" charset="-34"/>
          </a:endParaRPr>
        </a:p>
      </dsp:txBody>
      <dsp:txXfrm>
        <a:off x="9029988" y="2101356"/>
        <a:ext cx="1008070" cy="1215954"/>
      </dsp:txXfrm>
    </dsp:sp>
    <dsp:sp modelId="{7B0B60AF-CDF2-4C67-A086-DF10F771C22D}">
      <dsp:nvSpPr>
        <dsp:cNvPr id="0" name=""/>
        <dsp:cNvSpPr/>
      </dsp:nvSpPr>
      <dsp:spPr>
        <a:xfrm>
          <a:off x="10176500" y="2576555"/>
          <a:ext cx="227008" cy="26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chemeClr val="tx1"/>
            </a:solidFill>
          </a:endParaRPr>
        </a:p>
      </dsp:txBody>
      <dsp:txXfrm>
        <a:off x="10176500" y="2629666"/>
        <a:ext cx="158906" cy="159334"/>
      </dsp:txXfrm>
    </dsp:sp>
    <dsp:sp modelId="{5778A5A8-7347-4753-A5DC-A5C35CB91068}">
      <dsp:nvSpPr>
        <dsp:cNvPr id="0" name=""/>
        <dsp:cNvSpPr/>
      </dsp:nvSpPr>
      <dsp:spPr>
        <a:xfrm>
          <a:off x="10497738" y="2069994"/>
          <a:ext cx="1070794" cy="127867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>
              <a:latin typeface="TH Sarabun Chula" panose="00000500000000000000" pitchFamily="2" charset="-34"/>
              <a:cs typeface="TH Sarabun Chula" panose="00000500000000000000" pitchFamily="2" charset="-34"/>
            </a:rPr>
            <a:t>ตรวจสอบและติดตาม</a:t>
          </a:r>
          <a:endParaRPr lang="en-US" sz="1800" b="1" kern="1200" dirty="0">
            <a:latin typeface="TH Sarabun Chula" panose="00000500000000000000" pitchFamily="2" charset="-34"/>
            <a:cs typeface="TH Sarabun Chula" panose="00000500000000000000" pitchFamily="2" charset="-34"/>
          </a:endParaRPr>
        </a:p>
      </dsp:txBody>
      <dsp:txXfrm>
        <a:off x="10529100" y="2101356"/>
        <a:ext cx="1008070" cy="12159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EA920-D179-43AA-A543-C31952A63E1E}">
      <dsp:nvSpPr>
        <dsp:cNvPr id="0" name=""/>
        <dsp:cNvSpPr/>
      </dsp:nvSpPr>
      <dsp:spPr>
        <a:xfrm>
          <a:off x="1418526" y="0"/>
          <a:ext cx="1563934" cy="1659169"/>
        </a:xfrm>
        <a:prstGeom prst="trapezoid">
          <a:avLst>
            <a:gd name="adj" fmla="val 5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h-TH" sz="1800" kern="1200" dirty="0">
            <a:latin typeface="Kanit" pitchFamily="2" charset="-34"/>
            <a:cs typeface="Kanit" pitchFamily="2" charset="-34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h-TH" sz="1800" kern="1200" dirty="0">
            <a:latin typeface="Kanit" pitchFamily="2" charset="-34"/>
            <a:cs typeface="Kanit" pitchFamily="2" charset="-34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kern="1200" dirty="0">
              <a:latin typeface="Kanit" pitchFamily="2" charset="-34"/>
              <a:cs typeface="Kanit" pitchFamily="2" charset="-34"/>
            </a:rPr>
            <a:t>ผู้บริหาร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kern="1200" dirty="0">
              <a:latin typeface="Kanit" pitchFamily="2" charset="-34"/>
              <a:cs typeface="Kanit" pitchFamily="2" charset="-34"/>
            </a:rPr>
            <a:t>ระดับสูง</a:t>
          </a:r>
          <a:endParaRPr lang="en-US" sz="1800" kern="1200" dirty="0">
            <a:latin typeface="Kanit" pitchFamily="2" charset="-34"/>
            <a:cs typeface="Kanit" pitchFamily="2" charset="-34"/>
          </a:endParaRPr>
        </a:p>
      </dsp:txBody>
      <dsp:txXfrm>
        <a:off x="1418526" y="0"/>
        <a:ext cx="1563934" cy="1659169"/>
      </dsp:txXfrm>
    </dsp:sp>
    <dsp:sp modelId="{2C1CF829-C55E-4A21-A0A3-B6DD864449FF}">
      <dsp:nvSpPr>
        <dsp:cNvPr id="0" name=""/>
        <dsp:cNvSpPr/>
      </dsp:nvSpPr>
      <dsp:spPr>
        <a:xfrm>
          <a:off x="945684" y="1659169"/>
          <a:ext cx="2509619" cy="1003271"/>
        </a:xfrm>
        <a:prstGeom prst="trapezoid">
          <a:avLst>
            <a:gd name="adj" fmla="val 4713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kern="1200" dirty="0">
              <a:latin typeface="Kanit" pitchFamily="2" charset="-34"/>
              <a:cs typeface="Kanit" pitchFamily="2" charset="-34"/>
            </a:rPr>
            <a:t>ผู้บริหารระดับกลาง</a:t>
          </a:r>
          <a:endParaRPr lang="en-US" sz="1800" kern="1200" dirty="0">
            <a:latin typeface="Kanit" pitchFamily="2" charset="-34"/>
            <a:cs typeface="Kanit" pitchFamily="2" charset="-34"/>
          </a:endParaRPr>
        </a:p>
      </dsp:txBody>
      <dsp:txXfrm>
        <a:off x="1384867" y="1659169"/>
        <a:ext cx="1631252" cy="1003271"/>
      </dsp:txXfrm>
    </dsp:sp>
    <dsp:sp modelId="{A479E2C6-E876-40F8-A537-26A9A4F6BA4C}">
      <dsp:nvSpPr>
        <dsp:cNvPr id="0" name=""/>
        <dsp:cNvSpPr/>
      </dsp:nvSpPr>
      <dsp:spPr>
        <a:xfrm>
          <a:off x="472842" y="2662440"/>
          <a:ext cx="3455303" cy="1003271"/>
        </a:xfrm>
        <a:prstGeom prst="trapezoid">
          <a:avLst>
            <a:gd name="adj" fmla="val 4713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kern="1200" dirty="0">
              <a:latin typeface="Kanit" pitchFamily="2" charset="-34"/>
              <a:cs typeface="Kanit" pitchFamily="2" charset="-34"/>
            </a:rPr>
            <a:t>ผู้บริหารระดับล่าง</a:t>
          </a:r>
          <a:endParaRPr lang="en-US" sz="1800" kern="1200" dirty="0">
            <a:latin typeface="Kanit" pitchFamily="2" charset="-34"/>
            <a:cs typeface="Kanit" pitchFamily="2" charset="-34"/>
          </a:endParaRPr>
        </a:p>
      </dsp:txBody>
      <dsp:txXfrm>
        <a:off x="1077520" y="2662440"/>
        <a:ext cx="2245947" cy="1003271"/>
      </dsp:txXfrm>
    </dsp:sp>
    <dsp:sp modelId="{9C34A2FB-6063-4531-AA6F-D7EE0D3FDEF4}">
      <dsp:nvSpPr>
        <dsp:cNvPr id="0" name=""/>
        <dsp:cNvSpPr/>
      </dsp:nvSpPr>
      <dsp:spPr>
        <a:xfrm>
          <a:off x="0" y="3665711"/>
          <a:ext cx="4400988" cy="1003271"/>
        </a:xfrm>
        <a:prstGeom prst="trapezoid">
          <a:avLst>
            <a:gd name="adj" fmla="val 4713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kern="1200" dirty="0">
              <a:latin typeface="Kanit" pitchFamily="2" charset="-34"/>
              <a:cs typeface="Kanit" pitchFamily="2" charset="-34"/>
            </a:rPr>
            <a:t>พนักงานระดับปฏิบัติงาน</a:t>
          </a:r>
          <a:endParaRPr lang="en-US" sz="1800" kern="1200" dirty="0">
            <a:latin typeface="Kanit" pitchFamily="2" charset="-34"/>
            <a:cs typeface="Kanit" pitchFamily="2" charset="-34"/>
          </a:endParaRPr>
        </a:p>
      </dsp:txBody>
      <dsp:txXfrm>
        <a:off x="770172" y="3665711"/>
        <a:ext cx="2860642" cy="10032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EA920-D179-43AA-A543-C31952A63E1E}">
      <dsp:nvSpPr>
        <dsp:cNvPr id="0" name=""/>
        <dsp:cNvSpPr/>
      </dsp:nvSpPr>
      <dsp:spPr>
        <a:xfrm>
          <a:off x="2102661" y="0"/>
          <a:ext cx="2318198" cy="1690600"/>
        </a:xfrm>
        <a:prstGeom prst="trapezoid">
          <a:avLst>
            <a:gd name="adj" fmla="val 68561"/>
          </a:avLst>
        </a:prstGeom>
        <a:solidFill>
          <a:schemeClr val="lt1"/>
        </a:solidFill>
        <a:ln w="22225" cap="rnd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h-TH" sz="2000" kern="1200" dirty="0">
            <a:latin typeface="Kanit" pitchFamily="2" charset="-34"/>
            <a:cs typeface="Kanit" pitchFamily="2" charset="-34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h-TH" sz="2000" kern="1200" dirty="0">
            <a:latin typeface="Kanit" pitchFamily="2" charset="-34"/>
            <a:cs typeface="Kanit" pitchFamily="2" charset="-34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000" kern="1200" dirty="0">
              <a:latin typeface="Kanit" pitchFamily="2" charset="-34"/>
              <a:cs typeface="Kanit" pitchFamily="2" charset="-34"/>
            </a:rPr>
            <a:t>ผู้บริหารระดับสูง</a:t>
          </a:r>
          <a:endParaRPr lang="en-US" sz="2000" kern="1200" dirty="0">
            <a:latin typeface="Kanit" pitchFamily="2" charset="-34"/>
            <a:cs typeface="Kanit" pitchFamily="2" charset="-34"/>
          </a:endParaRPr>
        </a:p>
      </dsp:txBody>
      <dsp:txXfrm>
        <a:off x="2102661" y="0"/>
        <a:ext cx="2318198" cy="1690600"/>
      </dsp:txXfrm>
    </dsp:sp>
    <dsp:sp modelId="{2C1CF829-C55E-4A21-A0A3-B6DD864449FF}">
      <dsp:nvSpPr>
        <dsp:cNvPr id="0" name=""/>
        <dsp:cNvSpPr/>
      </dsp:nvSpPr>
      <dsp:spPr>
        <a:xfrm>
          <a:off x="1401774" y="1690600"/>
          <a:ext cx="3719973" cy="1022277"/>
        </a:xfrm>
        <a:prstGeom prst="trapezoid">
          <a:avLst>
            <a:gd name="adj" fmla="val 68561"/>
          </a:avLst>
        </a:prstGeom>
        <a:solidFill>
          <a:schemeClr val="lt1"/>
        </a:solidFill>
        <a:ln w="22225" cap="rnd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000" kern="1200" dirty="0">
              <a:latin typeface="Kanit" pitchFamily="2" charset="-34"/>
              <a:cs typeface="Kanit" pitchFamily="2" charset="-34"/>
            </a:rPr>
            <a:t>ผู้บริหารระดับกลาง</a:t>
          </a:r>
          <a:endParaRPr lang="en-US" sz="2000" kern="1200" dirty="0">
            <a:latin typeface="Kanit" pitchFamily="2" charset="-34"/>
            <a:cs typeface="Kanit" pitchFamily="2" charset="-34"/>
          </a:endParaRPr>
        </a:p>
      </dsp:txBody>
      <dsp:txXfrm>
        <a:off x="2052769" y="1690600"/>
        <a:ext cx="2417982" cy="1022277"/>
      </dsp:txXfrm>
    </dsp:sp>
    <dsp:sp modelId="{A479E2C6-E876-40F8-A537-26A9A4F6BA4C}">
      <dsp:nvSpPr>
        <dsp:cNvPr id="0" name=""/>
        <dsp:cNvSpPr/>
      </dsp:nvSpPr>
      <dsp:spPr>
        <a:xfrm>
          <a:off x="700887" y="2712877"/>
          <a:ext cx="5121747" cy="1022277"/>
        </a:xfrm>
        <a:prstGeom prst="trapezoid">
          <a:avLst>
            <a:gd name="adj" fmla="val 68561"/>
          </a:avLst>
        </a:prstGeom>
        <a:solidFill>
          <a:schemeClr val="lt1"/>
        </a:solidFill>
        <a:ln w="22225" cap="rnd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000" kern="1200" dirty="0">
              <a:latin typeface="Kanit" pitchFamily="2" charset="-34"/>
              <a:cs typeface="Kanit" pitchFamily="2" charset="-34"/>
            </a:rPr>
            <a:t>ผู้บริหารระดับล่าง</a:t>
          </a:r>
          <a:endParaRPr lang="en-US" sz="2000" kern="1200" dirty="0">
            <a:latin typeface="Kanit" pitchFamily="2" charset="-34"/>
            <a:cs typeface="Kanit" pitchFamily="2" charset="-34"/>
          </a:endParaRPr>
        </a:p>
      </dsp:txBody>
      <dsp:txXfrm>
        <a:off x="1597193" y="2712877"/>
        <a:ext cx="3329135" cy="1022277"/>
      </dsp:txXfrm>
    </dsp:sp>
    <dsp:sp modelId="{9C34A2FB-6063-4531-AA6F-D7EE0D3FDEF4}">
      <dsp:nvSpPr>
        <dsp:cNvPr id="0" name=""/>
        <dsp:cNvSpPr/>
      </dsp:nvSpPr>
      <dsp:spPr>
        <a:xfrm>
          <a:off x="0" y="3735154"/>
          <a:ext cx="6523522" cy="1022277"/>
        </a:xfrm>
        <a:prstGeom prst="trapezoid">
          <a:avLst>
            <a:gd name="adj" fmla="val 68561"/>
          </a:avLst>
        </a:prstGeom>
        <a:solidFill>
          <a:schemeClr val="lt1"/>
        </a:solidFill>
        <a:ln w="22225" cap="rnd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000" kern="1200" dirty="0">
              <a:latin typeface="Kanit" pitchFamily="2" charset="-34"/>
              <a:cs typeface="Kanit" pitchFamily="2" charset="-34"/>
            </a:rPr>
            <a:t>พนักงานระดับปฏิบัติงาน</a:t>
          </a:r>
          <a:endParaRPr lang="en-US" sz="2000" kern="1200" dirty="0">
            <a:latin typeface="Kanit" pitchFamily="2" charset="-34"/>
            <a:cs typeface="Kanit" pitchFamily="2" charset="-34"/>
          </a:endParaRPr>
        </a:p>
      </dsp:txBody>
      <dsp:txXfrm>
        <a:off x="1141616" y="3735154"/>
        <a:ext cx="4240289" cy="10222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8BB16-A843-4CF4-833C-5E418F8370FC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02F9E-5F50-4C1E-8621-7AAF142C3CC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422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2854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chapter in today have a 3 topics 1. The importance of images in communication 2. Types and characteristics of images and 3. Photo captions.</a:t>
            </a:r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5735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31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3942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667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242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058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8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898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80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52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853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1174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119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3976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16/12/68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244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676" y="803564"/>
            <a:ext cx="10993549" cy="1967345"/>
          </a:xfrm>
        </p:spPr>
        <p:txBody>
          <a:bodyPr>
            <a:normAutofit/>
          </a:bodyPr>
          <a:lstStyle/>
          <a:p>
            <a:pPr algn="ctr"/>
            <a:r>
              <a:rPr lang="th-TH" dirty="0">
                <a:latin typeface="Kanit" pitchFamily="2" charset="-34"/>
                <a:cs typeface="Kanit" pitchFamily="2" charset="-34"/>
              </a:rPr>
              <a:t>บทที่ 1 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ความรู้เบื้องต้นเกี่ยวกับ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การวิเคราะห์และออกแบบระบบ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2261" y="5881457"/>
            <a:ext cx="533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Asst. Prof. </a:t>
            </a:r>
            <a:r>
              <a:rPr lang="en-US" sz="1800" dirty="0" err="1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Nonglak</a:t>
            </a:r>
            <a:r>
              <a:rPr lang="en-US" sz="18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Untadech</a:t>
            </a:r>
            <a:endParaRPr lang="th-TH" sz="1800" dirty="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4658018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7"/>
            <a:ext cx="11029616" cy="821844"/>
          </a:xfrm>
        </p:spPr>
        <p:txBody>
          <a:bodyPr>
            <a:norm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บทที่ </a:t>
            </a:r>
            <a:r>
              <a:rPr lang="en-US" sz="3200" dirty="0">
                <a:latin typeface="Kanit" pitchFamily="2" charset="-34"/>
                <a:cs typeface="Kanit" pitchFamily="2" charset="-34"/>
              </a:rPr>
              <a:t>1 </a:t>
            </a:r>
            <a:r>
              <a:rPr lang="th-TH" sz="3200" dirty="0">
                <a:latin typeface="Kanit" pitchFamily="2" charset="-34"/>
                <a:cs typeface="Kanit" pitchFamily="2" charset="-34"/>
              </a:rPr>
              <a:t>ความรู้เบื้องต้นเกี่ยวกับการวิเคราะห์และออกแบบระบบ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pPr marL="0" indent="0">
              <a:buNone/>
            </a:pPr>
            <a:r>
              <a:rPr lang="th-TH" sz="2400" dirty="0">
                <a:latin typeface="Prompt" panose="00000500000000000000" pitchFamily="2" charset="-34"/>
                <a:cs typeface="Prompt" panose="00000500000000000000" pitchFamily="2" charset="-34"/>
              </a:rPr>
              <a:t>วัตถุประสงค์การเรียนรู้</a:t>
            </a:r>
          </a:p>
          <a:p>
            <a:r>
              <a:rPr lang="th-TH" sz="2400" dirty="0">
                <a:latin typeface="Prompt" panose="00000500000000000000" pitchFamily="2" charset="-34"/>
                <a:cs typeface="Prompt" panose="00000500000000000000" pitchFamily="2" charset="-34"/>
              </a:rPr>
              <a:t>เห็นความสำคัญของระบบสารสนเทศที่มีบทบาทสำคัญต่อองค์กรใหม่</a:t>
            </a:r>
          </a:p>
          <a:p>
            <a:r>
              <a:rPr lang="th-TH" sz="2400" dirty="0">
                <a:latin typeface="Prompt" panose="00000500000000000000" pitchFamily="2" charset="-34"/>
                <a:cs typeface="Prompt" panose="00000500000000000000" pitchFamily="2" charset="-34"/>
              </a:rPr>
              <a:t>เข้าใจบทบาทหน้าที่ของนักวิเคราะห์ระบบกับการเข้ามาแก้ไขปัญหาทางธุรกิจให้องค์กร</a:t>
            </a:r>
          </a:p>
          <a:p>
            <a:r>
              <a:rPr lang="th-TH" sz="2400" dirty="0">
                <a:latin typeface="Prompt" panose="00000500000000000000" pitchFamily="2" charset="-34"/>
                <a:cs typeface="Prompt" panose="00000500000000000000" pitchFamily="2" charset="-34"/>
              </a:rPr>
              <a:t>อธิบายชนิดของระบบสารสนเทศ และสามารถนำไปประยุกต์ใช้งานได้อย่างเหมาะสม</a:t>
            </a:r>
          </a:p>
          <a:p>
            <a:r>
              <a:rPr lang="th-TH" sz="2400" dirty="0">
                <a:latin typeface="Prompt" panose="00000500000000000000" pitchFamily="2" charset="-34"/>
                <a:cs typeface="Prompt" panose="00000500000000000000" pitchFamily="2" charset="-34"/>
              </a:rPr>
              <a:t>แสดงความรู้เกี่ยวกับทักษะต่าง ๆ ที่นักวิเคราะห์ระบบพึงมี</a:t>
            </a:r>
          </a:p>
          <a:p>
            <a:r>
              <a:rPr lang="th-TH" sz="2400" dirty="0">
                <a:latin typeface="Prompt" panose="00000500000000000000" pitchFamily="2" charset="-34"/>
                <a:cs typeface="Prompt" panose="00000500000000000000" pitchFamily="2" charset="-34"/>
              </a:rPr>
              <a:t>เข้าใจบทบาทของนักวิเคราะห์ระบบ ทีมีต่อแผนกลยุทธ์ระบบสารสนเทศ</a:t>
            </a:r>
          </a:p>
          <a:p>
            <a:r>
              <a:rPr lang="th-TH" sz="2400" dirty="0">
                <a:latin typeface="Prompt" panose="00000500000000000000" pitchFamily="2" charset="-34"/>
                <a:cs typeface="Prompt" panose="00000500000000000000" pitchFamily="2" charset="-34"/>
              </a:rPr>
              <a:t>รู้โครงสร้างงานบริการสารสนเทศทั้งแบบดั้งเดิมและแบบร่วมสมัย</a:t>
            </a:r>
            <a:endParaRPr lang="en-US" sz="24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5910147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altLang="th-TH" sz="4000" dirty="0">
                <a:latin typeface="Kanit" pitchFamily="2" charset="-34"/>
                <a:cs typeface="Kanit" pitchFamily="2" charset="-34"/>
              </a:rPr>
              <a:t>ระบบสารสนเทศ (</a:t>
            </a:r>
            <a:r>
              <a:rPr lang="en-US" altLang="th-TH" sz="4000" dirty="0">
                <a:latin typeface="Kanit" pitchFamily="2" charset="-34"/>
                <a:cs typeface="Kanit" pitchFamily="2" charset="-34"/>
              </a:rPr>
              <a:t>Information Systems)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1192" y="2256691"/>
            <a:ext cx="100868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Kanit" pitchFamily="2" charset="-34"/>
                <a:cs typeface="Kanit" pitchFamily="2" charset="-34"/>
              </a:rPr>
              <a:t>Information Systems : IS </a:t>
            </a:r>
            <a:r>
              <a:rPr lang="th-TH" dirty="0">
                <a:latin typeface="Kanit" pitchFamily="2" charset="-34"/>
                <a:cs typeface="Kanit" pitchFamily="2" charset="-34"/>
              </a:rPr>
              <a:t>หมายถึง ? </a:t>
            </a:r>
          </a:p>
          <a:p>
            <a:pPr>
              <a:lnSpc>
                <a:spcPct val="150000"/>
              </a:lnSpc>
            </a:pPr>
            <a:endParaRPr lang="th-TH" dirty="0"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endParaRPr lang="en-US" dirty="0">
              <a:latin typeface="Kanit" pitchFamily="2" charset="-34"/>
              <a:cs typeface="Kanit" pitchFamily="2" charset="-34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Kanit" pitchFamily="2" charset="-34"/>
                <a:cs typeface="Kanit" pitchFamily="2" charset="-34"/>
              </a:rPr>
              <a:t>Information Technology : IT </a:t>
            </a:r>
            <a:r>
              <a:rPr lang="th-TH" dirty="0">
                <a:latin typeface="Kanit" pitchFamily="2" charset="-34"/>
                <a:cs typeface="Kanit" pitchFamily="2" charset="-34"/>
              </a:rPr>
              <a:t>ประกอบด้วย ฮาร์ดแวร์ ซอฟต์แวร์และการสื่อสารโทรคมนาคม </a:t>
            </a:r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1119673" y="3172409"/>
            <a:ext cx="5728996" cy="8864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IS </a:t>
            </a:r>
            <a:r>
              <a:rPr lang="th-TH" sz="20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เป็นการนำเทคโนโลยีสารสนเทศมาใช้เพื่อรวบรวม สร้างและเผยแพร่ข้อมูลข่าวสารที่เป็นประโยชน์</a:t>
            </a:r>
            <a:endParaRPr lang="en-US" sz="2000" dirty="0">
              <a:solidFill>
                <a:schemeClr val="tx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119673" y="4974535"/>
            <a:ext cx="9795641" cy="1105807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IT </a:t>
            </a:r>
            <a:r>
              <a:rPr lang="th-TH" sz="20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หมายถึง เทคโนโลยีในการรวบรวมข้อมูล การจัดเก็บอย่างมีระบบการเรียกหาได้อย่างรวดเร็ว การประมวลผล รวมถึงการนำเทคโนโลยีโทรคมนาคมเเข้ามาช่วยในการสื่อสารกระจายข้อมูล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303016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altLang="th-TH" sz="4000" dirty="0">
                <a:latin typeface="Kanit" pitchFamily="2" charset="-34"/>
                <a:cs typeface="Kanit" pitchFamily="2" charset="-34"/>
              </a:rPr>
              <a:t>ระบบ (</a:t>
            </a:r>
            <a:r>
              <a:rPr lang="en-US" altLang="th-TH" sz="4000" dirty="0">
                <a:latin typeface="Kanit" pitchFamily="2" charset="-34"/>
                <a:cs typeface="Kanit" pitchFamily="2" charset="-34"/>
              </a:rPr>
              <a:t>Systems)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6691" y="2016063"/>
            <a:ext cx="106264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ระบบการเรียนการสอน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ระบบการเรียนการสอน (ครู + นักเรียน + เนื้อหา + วิธีการสอน) </a:t>
            </a:r>
          </a:p>
          <a:p>
            <a:pPr>
              <a:lnSpc>
                <a:spcPct val="150000"/>
              </a:lnSpc>
            </a:pPr>
            <a:r>
              <a:rPr lang="th-TH" dirty="0">
                <a:latin typeface="Kanit" pitchFamily="2" charset="-34"/>
                <a:cs typeface="Kanit" pitchFamily="2" charset="-34"/>
              </a:rPr>
              <a:t>				=  นักเรียนที่มีความรู้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21414" y="5033295"/>
            <a:ext cx="19812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th-TH" altLang="th-TH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ครู</a:t>
            </a:r>
          </a:p>
          <a:p>
            <a:pPr>
              <a:spcBef>
                <a:spcPct val="0"/>
              </a:spcBef>
            </a:pPr>
            <a:r>
              <a:rPr lang="th-TH" altLang="th-TH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นักเรียน</a:t>
            </a:r>
          </a:p>
          <a:p>
            <a:pPr>
              <a:spcBef>
                <a:spcPct val="0"/>
              </a:spcBef>
            </a:pPr>
            <a:r>
              <a:rPr lang="th-TH" altLang="th-TH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เนื้อหา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57342" y="5033295"/>
            <a:ext cx="19812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th-TH" altLang="th-TH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วิธีการสอน</a:t>
            </a:r>
          </a:p>
          <a:p>
            <a:pPr>
              <a:spcBef>
                <a:spcPct val="0"/>
              </a:spcBef>
            </a:pPr>
            <a:r>
              <a:rPr lang="th-TH" altLang="th-TH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การวัดผล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569475" y="5033295"/>
            <a:ext cx="22860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th-TH" altLang="th-TH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นักเรียนที่มีความรู้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3824287" y="5414295"/>
            <a:ext cx="1066800" cy="381000"/>
          </a:xfrm>
          <a:prstGeom prst="rightArrow">
            <a:avLst>
              <a:gd name="adj1" fmla="val 50000"/>
              <a:gd name="adj2" fmla="val 70000"/>
            </a:avLst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h-TH" altLang="th-TH" sz="2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7343352" y="5414295"/>
            <a:ext cx="990600" cy="381000"/>
          </a:xfrm>
          <a:prstGeom prst="rightArrow">
            <a:avLst>
              <a:gd name="adj1" fmla="val 50000"/>
              <a:gd name="adj2" fmla="val 65000"/>
            </a:avLst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h-TH" altLang="th-TH" sz="2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040514" y="4338713"/>
            <a:ext cx="1143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th-TH" sz="2000" u="sng" dirty="0">
                <a:latin typeface="Kanit" pitchFamily="2" charset="-34"/>
                <a:cs typeface="Kanit" pitchFamily="2" charset="-34"/>
              </a:rPr>
              <a:t>INPUT</a:t>
            </a:r>
            <a:endParaRPr lang="th-TH" altLang="th-TH" sz="2000" u="sng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8874275" y="4402914"/>
            <a:ext cx="1676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th-TH" sz="2000" u="sng" dirty="0">
                <a:latin typeface="Kanit" pitchFamily="2" charset="-34"/>
                <a:cs typeface="Kanit" pitchFamily="2" charset="-34"/>
              </a:rPr>
              <a:t>OUTPUT</a:t>
            </a:r>
            <a:endParaRPr lang="th-TH" altLang="th-TH" sz="2000" u="sng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5195887" y="4402915"/>
            <a:ext cx="1676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th-TH" sz="2000" u="sng" dirty="0">
                <a:latin typeface="Kanit" pitchFamily="2" charset="-34"/>
                <a:cs typeface="Kanit" pitchFamily="2" charset="-34"/>
              </a:rPr>
              <a:t>PROCESS</a:t>
            </a:r>
            <a:endParaRPr lang="th-TH" altLang="th-TH" sz="2000" u="sng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0219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การวิเคราะห์และออกแบบระบบ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770" y="1883972"/>
            <a:ext cx="11570676" cy="351372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การวิเคราะห์ระบบ (</a:t>
            </a: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Systems Analysis</a:t>
            </a: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) คือ ?</a:t>
            </a:r>
          </a:p>
          <a:p>
            <a:pPr marL="0" indent="0">
              <a:lnSpc>
                <a:spcPct val="150000"/>
              </a:lnSpc>
              <a:buNone/>
            </a:pPr>
            <a:endParaRPr lang="th-TH" sz="28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การออกแบบระบบ (</a:t>
            </a: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Systems Design</a:t>
            </a: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) คือ ?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1595" y="4242299"/>
            <a:ext cx="10848809" cy="1022739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กระบวนการกำหนดรายละเอียดต่าง ๆ ว่าจะต้องทำอย่างไรกับองค์ประกอบของระบบสารสนเทศ เพื่อทำให้เกิดผลในการแก้ปัญหาใก้กับองค์กรได้</a:t>
            </a:r>
            <a:endParaRPr lang="en-US" sz="20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1192" y="2551766"/>
            <a:ext cx="10848809" cy="102273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เป็นกระบวนการทำความเข้าใจเพื่อนำไปสู่การกำหนดรายละเอียดของปัญหา แล้วนำไปพิจารณาว่าจะนำระบบมาแก้ไขอย่างไร</a:t>
            </a:r>
            <a:endParaRPr lang="en-US" sz="2000" dirty="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044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altLang="th-TH" sz="4000" dirty="0">
                <a:latin typeface="Kanit" pitchFamily="2" charset="-34"/>
                <a:cs typeface="Kanit" pitchFamily="2" charset="-34"/>
              </a:rPr>
              <a:t>นักวิเคราะห์ระบบ (</a:t>
            </a:r>
            <a:r>
              <a:rPr lang="en-US" altLang="th-TH" sz="4000" dirty="0">
                <a:latin typeface="Kanit" pitchFamily="2" charset="-34"/>
                <a:cs typeface="Kanit" pitchFamily="2" charset="-34"/>
              </a:rPr>
              <a:t>System Analyst: SA)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28" y="4073876"/>
            <a:ext cx="4778239" cy="2572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0586" y="2107581"/>
            <a:ext cx="10501593" cy="132343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000" dirty="0">
                <a:latin typeface="Kanit" pitchFamily="2" charset="-34"/>
                <a:cs typeface="Kanit" pitchFamily="2" charset="-34"/>
              </a:rPr>
              <a:t>SA: </a:t>
            </a:r>
            <a:r>
              <a:rPr lang="th-TH" sz="2000" dirty="0">
                <a:latin typeface="Kanit" pitchFamily="2" charset="-34"/>
                <a:cs typeface="Kanit" pitchFamily="2" charset="-34"/>
              </a:rPr>
              <a:t>วิเคราะห์และออกแบบระบบเพื่อแก้ปัญหางธุรกิจ โดยนำเอาเทคโนโลยีสารสนเทศมาใช้</a:t>
            </a:r>
            <a:endParaRPr lang="en-US" sz="2000" dirty="0">
              <a:latin typeface="Kanit" pitchFamily="2" charset="-34"/>
              <a:cs typeface="Kanit" pitchFamily="2" charset="-34"/>
            </a:endParaRPr>
          </a:p>
          <a:p>
            <a:pPr marL="457200" indent="-457200">
              <a:buFontTx/>
              <a:buChar char="-"/>
            </a:pPr>
            <a:r>
              <a:rPr lang="en-US" sz="2000" dirty="0">
                <a:latin typeface="Kanit" pitchFamily="2" charset="-34"/>
                <a:cs typeface="Kanit" pitchFamily="2" charset="-34"/>
              </a:rPr>
              <a:t>SA: </a:t>
            </a:r>
            <a:r>
              <a:rPr lang="th-TH" sz="2000" dirty="0">
                <a:latin typeface="Kanit" pitchFamily="2" charset="-34"/>
                <a:cs typeface="Kanit" pitchFamily="2" charset="-34"/>
              </a:rPr>
              <a:t>ประสานงานและติดต่อกับบุคคลในระบบต่าง ๆ เพื่อรวบรวมข้อมูลและความต้องการขององค์กร</a:t>
            </a:r>
          </a:p>
          <a:p>
            <a:pPr marL="457200" indent="-457200">
              <a:buFontTx/>
              <a:buChar char="-"/>
            </a:pPr>
            <a:r>
              <a:rPr lang="en-US" sz="2000" dirty="0">
                <a:latin typeface="Kanit" pitchFamily="2" charset="-34"/>
                <a:cs typeface="Kanit" pitchFamily="2" charset="-34"/>
              </a:rPr>
              <a:t>SA:</a:t>
            </a:r>
            <a:r>
              <a:rPr lang="th-TH" sz="2000" dirty="0">
                <a:latin typeface="Kanit" pitchFamily="2" charset="-34"/>
                <a:cs typeface="Kanit" pitchFamily="2" charset="-34"/>
              </a:rPr>
              <a:t> ต้องวางแผน การวิเคราะห์หาความต้องการด้านสารสนเทศและประมวลผลของหน่วยงาน</a:t>
            </a:r>
          </a:p>
          <a:p>
            <a:pPr marL="457200" indent="-457200">
              <a:buFontTx/>
              <a:buChar char="-"/>
            </a:pPr>
            <a:r>
              <a:rPr lang="en-US" sz="2000" dirty="0">
                <a:latin typeface="Kanit" pitchFamily="2" charset="-34"/>
                <a:cs typeface="Kanit" pitchFamily="2" charset="-34"/>
              </a:rPr>
              <a:t>SA: </a:t>
            </a:r>
            <a:r>
              <a:rPr lang="th-TH" sz="2000" dirty="0">
                <a:latin typeface="Kanit" pitchFamily="2" charset="-34"/>
                <a:cs typeface="Kanit" pitchFamily="2" charset="-34"/>
              </a:rPr>
              <a:t>นำเทคโนโลยีคอมพิวเตอร์มาใช้เพื่อพัฒนาระบบ </a:t>
            </a:r>
            <a:endParaRPr lang="en-US" sz="20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7878691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altLang="th-TH" sz="4000" dirty="0">
                <a:latin typeface="Kanit" pitchFamily="2" charset="-34"/>
                <a:cs typeface="Kanit" pitchFamily="2" charset="-34"/>
              </a:rPr>
              <a:t>นักวิเคราะห์ระบบ (</a:t>
            </a:r>
            <a:r>
              <a:rPr lang="en-US" altLang="th-TH" sz="4000" dirty="0">
                <a:latin typeface="Kanit" pitchFamily="2" charset="-34"/>
                <a:cs typeface="Kanit" pitchFamily="2" charset="-34"/>
              </a:rPr>
              <a:t>System Analyst: SA)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0587" y="2107581"/>
            <a:ext cx="5765179" cy="31085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การพัฒนาระบบ ไม่ใช่การเขียนโปรแกรมขึ้นมาเท่านั้น</a:t>
            </a:r>
          </a:p>
          <a:p>
            <a:pPr marL="457200" indent="-457200">
              <a:buFontTx/>
              <a:buChar char="-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จุดประสงค์หลักของการวิเคราะห์ระบบคือ ระบบสารสนเทศที่ได้รับการพัฒนาขึ้นมา จะต้องแก้ไขปัญหาให้กับอค์กรได้จริง </a:t>
            </a:r>
          </a:p>
          <a:p>
            <a:pPr marL="457200" indent="-457200">
              <a:buFontTx/>
              <a:buChar char="-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นักวิเคราะห์ระบบ เป็นบุคคลที่สามารถแก้ปัญหาทางธุรกิจได้มากว่ากว่าที่จะเป็นโปรแกรมเมอร์ </a:t>
            </a:r>
          </a:p>
          <a:p>
            <a:endParaRPr lang="th-TH" dirty="0"/>
          </a:p>
          <a:p>
            <a:endParaRPr lang="th-TH" dirty="0"/>
          </a:p>
        </p:txBody>
      </p:sp>
      <p:pic>
        <p:nvPicPr>
          <p:cNvPr id="1026" name="Picture 2" descr="ระบบบัญชีเอ็กซ์เพรส โทร. 083-444-7676 ระบบบัญชี Express, ตัวแทนจำหน่า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245" y="2107581"/>
            <a:ext cx="4761563" cy="353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89959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altLang="th-TH" sz="4000" dirty="0">
                <a:latin typeface="Kanit" pitchFamily="2" charset="-34"/>
                <a:cs typeface="Kanit" pitchFamily="2" charset="-34"/>
              </a:rPr>
              <a:t>นักวิเคราะห์ระบบ (</a:t>
            </a:r>
            <a:r>
              <a:rPr lang="en-US" altLang="th-TH" sz="4000" dirty="0">
                <a:latin typeface="Kanit" pitchFamily="2" charset="-34"/>
                <a:cs typeface="Kanit" pitchFamily="2" charset="-34"/>
              </a:rPr>
              <a:t>System Analyst: SA)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0586" y="2107581"/>
            <a:ext cx="10570522" cy="23083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EX. </a:t>
            </a:r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ปัญหาทางธุรกิจ ที่นักวิเคราะห์ระบบจำเป็นต้องหาแนวทางแก้ไข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ลูกค้าต้องการสั่งซื้อสินค้าได้ทุกเวลา ไม่ว่าจะเป็นกลางวันหรือกลางคืน ดังนั้น แนวทางการแก้คือ </a:t>
            </a:r>
            <a:r>
              <a:rPr lang="en-US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?</a:t>
            </a:r>
            <a:endParaRPr lang="th-TH" sz="2400" dirty="0">
              <a:latin typeface="TH Sarabun Chula" panose="00000500000000000000" pitchFamily="2" charset="-34"/>
              <a:cs typeface="TH Sarabun Chula" panose="00000500000000000000" pitchFamily="2" charset="-34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ฝ่ายผลิตต้องวางแผนอย่างระมัดระวังเกี่ยวกับการประเมินสินค้า แต่ละชนิดที่ต้องผลิตในแต่ละสัปดาห์ การแก้ไขคือ</a:t>
            </a:r>
            <a:r>
              <a:rPr lang="en-US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?</a:t>
            </a:r>
            <a:endParaRPr lang="th-TH" sz="2400" dirty="0">
              <a:latin typeface="TH Sarabun Chula" panose="00000500000000000000" pitchFamily="2" charset="-34"/>
              <a:cs typeface="TH Sarabun Chula" panose="00000500000000000000" pitchFamily="2" charset="-34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ผู้ขายปัจจัยการผลิต ไม่ต้องการกักตุนชิ้นส่วนวัตถุดิบจำนวนมากไว้ในคลัง เพราะต้องการลดค่าใช้จ่ายการเก็บรักษา</a:t>
            </a:r>
          </a:p>
          <a:p>
            <a:pPr lvl="1"/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         การแก้ไขคือ</a:t>
            </a:r>
            <a:r>
              <a:rPr lang="en-US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? </a:t>
            </a:r>
            <a:endParaRPr lang="th-TH" sz="2400" dirty="0">
              <a:latin typeface="TH Sarabun Chula" panose="00000500000000000000" pitchFamily="2" charset="-34"/>
              <a:cs typeface="TH Sarabun Chula" panose="00000500000000000000" pitchFamily="2" charset="-34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7182374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altLang="th-TH" sz="4000" dirty="0">
                <a:latin typeface="Kanit" pitchFamily="2" charset="-34"/>
                <a:cs typeface="Kanit" pitchFamily="2" charset="-34"/>
              </a:rPr>
              <a:t>นักวิเคราะห์ระบบ (</a:t>
            </a:r>
            <a:r>
              <a:rPr lang="en-US" altLang="th-TH" sz="4000" dirty="0">
                <a:latin typeface="Kanit" pitchFamily="2" charset="-34"/>
                <a:cs typeface="Kanit" pitchFamily="2" charset="-34"/>
              </a:rPr>
              <a:t>System Analyst: SA)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0586" y="2107581"/>
            <a:ext cx="629201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b="1" dirty="0"/>
              <a:t>ขั้นตอนของการแก้ไขปัญหาของนักวิเคราะห์ระบบ</a:t>
            </a:r>
            <a:endParaRPr lang="en-US" b="1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094662930"/>
              </p:ext>
            </p:extLst>
          </p:nvPr>
        </p:nvGraphicFramePr>
        <p:xfrm>
          <a:off x="309756" y="1439333"/>
          <a:ext cx="1157248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673686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altLang="th-TH" sz="4000" dirty="0">
                <a:latin typeface="Kanit" pitchFamily="2" charset="-34"/>
                <a:cs typeface="Kanit" pitchFamily="2" charset="-34"/>
              </a:rPr>
              <a:t>การแก้ไขปัญหาทางธุรกิจด้วยระบบ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>
                <a:latin typeface="Kanit" pitchFamily="2" charset="-34"/>
                <a:cs typeface="Kanit" pitchFamily="2" charset="-34"/>
              </a:rPr>
              <a:t>Systems : </a:t>
            </a:r>
            <a:r>
              <a:rPr lang="th-TH" dirty="0">
                <a:latin typeface="Kanit" pitchFamily="2" charset="-34"/>
                <a:cs typeface="Kanit" pitchFamily="2" charset="-34"/>
              </a:rPr>
              <a:t>เป็นกลุ่มขององค์ประกอบต่าง ๆ ที่ทำงานร่วมกัน  มีความสัมพันธ์กัน เพื่อจุดประสงค์ในสิ่งเดียวกัน</a:t>
            </a:r>
          </a:p>
          <a:p>
            <a:endParaRPr 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509467" y="2865863"/>
            <a:ext cx="8448572" cy="2832410"/>
            <a:chOff x="1063625" y="3213100"/>
            <a:chExt cx="7050917" cy="2447925"/>
          </a:xfrm>
        </p:grpSpPr>
        <p:sp>
          <p:nvSpPr>
            <p:cNvPr id="6" name="Rectangle 5"/>
            <p:cNvSpPr/>
            <p:nvPr/>
          </p:nvSpPr>
          <p:spPr>
            <a:xfrm>
              <a:off x="3563938" y="4941888"/>
              <a:ext cx="1871662" cy="719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th-TH" dirty="0">
                  <a:solidFill>
                    <a:schemeClr val="bg1"/>
                  </a:solidFill>
                  <a:latin typeface="Kanit" pitchFamily="2" charset="-34"/>
                  <a:cs typeface="Kanit" pitchFamily="2" charset="-34"/>
                </a:rPr>
                <a:t>ระบบธุรกิจ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063625" y="4508500"/>
              <a:ext cx="1584325" cy="1152525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th-TH" sz="1800" dirty="0">
                  <a:latin typeface="Kanit" pitchFamily="2" charset="-34"/>
                  <a:cs typeface="Kanit" pitchFamily="2" charset="-34"/>
                </a:rPr>
                <a:t>ระบบ</a:t>
              </a:r>
            </a:p>
            <a:p>
              <a:pPr algn="ctr">
                <a:defRPr/>
              </a:pPr>
              <a:r>
                <a:rPr lang="th-TH" sz="1800" dirty="0">
                  <a:latin typeface="Kanit" pitchFamily="2" charset="-34"/>
                  <a:cs typeface="Kanit" pitchFamily="2" charset="-34"/>
                </a:rPr>
                <a:t>การผลิต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976438" y="3386138"/>
              <a:ext cx="1625600" cy="1150937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th-TH" sz="1800" dirty="0">
                  <a:latin typeface="Kanit" pitchFamily="2" charset="-34"/>
                  <a:cs typeface="Kanit" pitchFamily="2" charset="-34"/>
                </a:rPr>
                <a:t>ระบบการตลาด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759200" y="3213100"/>
              <a:ext cx="1473295" cy="1152525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th-TH" sz="1800" dirty="0">
                  <a:latin typeface="Kanit" pitchFamily="2" charset="-34"/>
                  <a:cs typeface="Kanit" pitchFamily="2" charset="-34"/>
                </a:rPr>
                <a:t>ระบบ</a:t>
              </a:r>
            </a:p>
            <a:p>
              <a:pPr algn="ctr">
                <a:defRPr/>
              </a:pPr>
              <a:r>
                <a:rPr lang="th-TH" sz="1800" dirty="0">
                  <a:latin typeface="Kanit" pitchFamily="2" charset="-34"/>
                  <a:cs typeface="Kanit" pitchFamily="2" charset="-34"/>
                </a:rPr>
                <a:t>บัญชี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65764" y="3357563"/>
              <a:ext cx="1647825" cy="1150937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th-TH" sz="1800" dirty="0">
                  <a:latin typeface="Kanit" pitchFamily="2" charset="-34"/>
                  <a:cs typeface="Kanit" pitchFamily="2" charset="-34"/>
                </a:rPr>
                <a:t>ระบบ</a:t>
              </a:r>
            </a:p>
            <a:p>
              <a:pPr algn="ctr">
                <a:defRPr/>
              </a:pPr>
              <a:r>
                <a:rPr lang="th-TH" sz="1800" dirty="0">
                  <a:latin typeface="Kanit" pitchFamily="2" charset="-34"/>
                  <a:cs typeface="Kanit" pitchFamily="2" charset="-34"/>
                </a:rPr>
                <a:t>สินค้าคงคลัง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300788" y="4508500"/>
              <a:ext cx="1813754" cy="1152525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th-TH" sz="1800" dirty="0">
                  <a:latin typeface="Kanit" pitchFamily="2" charset="-34"/>
                  <a:cs typeface="Kanit" pitchFamily="2" charset="-34"/>
                </a:rPr>
                <a:t>ระบบบริหาร</a:t>
              </a:r>
            </a:p>
            <a:p>
              <a:pPr algn="ctr">
                <a:defRPr/>
              </a:pPr>
              <a:r>
                <a:rPr lang="th-TH" sz="1800" dirty="0">
                  <a:latin typeface="Kanit" pitchFamily="2" charset="-34"/>
                  <a:cs typeface="Kanit" pitchFamily="2" charset="-34"/>
                </a:rPr>
                <a:t>งานบุคคล</a:t>
              </a:r>
            </a:p>
          </p:txBody>
        </p:sp>
        <p:cxnSp>
          <p:nvCxnSpPr>
            <p:cNvPr id="12" name="Straight Connector 11"/>
            <p:cNvCxnSpPr>
              <a:endCxn id="7" idx="6"/>
            </p:cNvCxnSpPr>
            <p:nvPr/>
          </p:nvCxnSpPr>
          <p:spPr>
            <a:xfrm flipH="1" flipV="1">
              <a:off x="2647950" y="5084763"/>
              <a:ext cx="915988" cy="215900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3" name="Straight Connector 12"/>
            <p:cNvCxnSpPr>
              <a:endCxn id="8" idx="5"/>
            </p:cNvCxnSpPr>
            <p:nvPr/>
          </p:nvCxnSpPr>
          <p:spPr>
            <a:xfrm flipH="1" flipV="1">
              <a:off x="3363913" y="4368800"/>
              <a:ext cx="395287" cy="573088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Straight Connector 13"/>
            <p:cNvCxnSpPr>
              <a:stCxn id="6" idx="0"/>
              <a:endCxn id="9" idx="4"/>
            </p:cNvCxnSpPr>
            <p:nvPr/>
          </p:nvCxnSpPr>
          <p:spPr>
            <a:xfrm flipH="1" flipV="1">
              <a:off x="4495847" y="4365625"/>
              <a:ext cx="3922" cy="57626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5" name="Straight Connector 14"/>
            <p:cNvCxnSpPr>
              <a:endCxn id="10" idx="3"/>
            </p:cNvCxnSpPr>
            <p:nvPr/>
          </p:nvCxnSpPr>
          <p:spPr>
            <a:xfrm flipV="1">
              <a:off x="5307013" y="4339949"/>
              <a:ext cx="400069" cy="601939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6" name="Straight Connector 15"/>
            <p:cNvCxnSpPr>
              <a:stCxn id="6" idx="3"/>
              <a:endCxn id="11" idx="2"/>
            </p:cNvCxnSpPr>
            <p:nvPr/>
          </p:nvCxnSpPr>
          <p:spPr>
            <a:xfrm flipV="1">
              <a:off x="5435600" y="5084763"/>
              <a:ext cx="865188" cy="216694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8990894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altLang="th-TH" sz="4000" dirty="0">
                <a:latin typeface="Kanit" pitchFamily="2" charset="-34"/>
                <a:cs typeface="Kanit" pitchFamily="2" charset="-34"/>
              </a:rPr>
              <a:t>ภาพรวมของระบบ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5" name="รูปภาพ 4" descr="รูปภาพประกอบด้วย ภาพหน้าจอ, สัญลักษณ์, กราฟิก, แผนภาพ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B1AF62C5-1173-0425-4835-6238AE8ED8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958" y="1920964"/>
            <a:ext cx="7974084" cy="472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0983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ชนิดของระบบสารสนเทศ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565" y="2069660"/>
            <a:ext cx="10807243" cy="4497395"/>
          </a:xfrm>
        </p:spPr>
        <p:txBody>
          <a:bodyPr>
            <a:normAutofit/>
          </a:bodyPr>
          <a:lstStyle/>
          <a:p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ระบบการประมวลผลข้อมูล </a:t>
            </a:r>
            <a:r>
              <a:rPr lang="th-TH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TPS)</a:t>
            </a:r>
          </a:p>
          <a:p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ระบบสำนักงานอัตโนมัติ </a:t>
            </a:r>
            <a:r>
              <a:rPr lang="th-TH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OAS)</a:t>
            </a:r>
          </a:p>
          <a:p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ระบบสารสนเทศเพื่อการจัดการ </a:t>
            </a:r>
            <a:r>
              <a:rPr lang="th-TH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MIS) </a:t>
            </a:r>
          </a:p>
          <a:p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ระบบสนับสนุนการตัดสินใจ </a:t>
            </a:r>
            <a:r>
              <a:rPr lang="th-TH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DSS)  </a:t>
            </a:r>
          </a:p>
          <a:p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ระบบสารสนเทศเพื่อผู้บริหารระดับสูง </a:t>
            </a:r>
            <a:r>
              <a:rPr lang="th-TH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EIS)</a:t>
            </a:r>
          </a:p>
          <a:p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ระบบผู้เชี่ยวชาญ </a:t>
            </a:r>
            <a:r>
              <a:rPr lang="th-TH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ES)  </a:t>
            </a:r>
          </a:p>
          <a:p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ระบบวางแผนทรัพยากรทางธุรกิจแบบทั่วทั้งองค์กร </a:t>
            </a:r>
            <a:r>
              <a:rPr lang="th-TH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ERP)</a:t>
            </a:r>
          </a:p>
        </p:txBody>
      </p:sp>
    </p:spTree>
    <p:extLst>
      <p:ext uri="{BB962C8B-B14F-4D97-AF65-F5344CB8AC3E}">
        <p14:creationId xmlns:p14="http://schemas.microsoft.com/office/powerpoint/2010/main" val="340606505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ระบบประมวลผลรายการประจำวัน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(</a:t>
            </a:r>
            <a:r>
              <a:rPr lang="en-US" dirty="0">
                <a:latin typeface="Kanit" pitchFamily="2" charset="-34"/>
                <a:cs typeface="Kanit" pitchFamily="2" charset="-34"/>
              </a:rPr>
              <a:t>Transaction Processing Systems : TPS)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4" name="Picture 5" descr="Image result for à¹à¸à¹à¸§à¹à¸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311" y="2060956"/>
            <a:ext cx="3484009" cy="464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ผลการค้นหารูปภาพสำหรับ สลิป เซเว่น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557" y="2461065"/>
            <a:ext cx="3563632" cy="4246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736557" y="2060956"/>
            <a:ext cx="28781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h-TH" sz="2000" dirty="0">
                <a:latin typeface="Kanit" pitchFamily="2" charset="-34"/>
                <a:cs typeface="Kanit" pitchFamily="2" charset="-34"/>
              </a:rPr>
              <a:t>Example Report of TPS</a:t>
            </a:r>
            <a:endParaRPr lang="th-TH" altLang="th-TH" sz="20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000621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ระบบสำนักงานอัตโนมัติ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(</a:t>
            </a:r>
            <a:r>
              <a:rPr lang="en-US" dirty="0">
                <a:latin typeface="Kanit" pitchFamily="2" charset="-34"/>
                <a:cs typeface="Kanit" pitchFamily="2" charset="-34"/>
              </a:rPr>
              <a:t>Office Automation Systems : OAS)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4" name="Picture 2" descr="ผลการค้นหารูปภาพสำหรับ ระบบสำนักงานอัตโนมัต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19288"/>
            <a:ext cx="8229600" cy="49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408455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ระบบสารสนเทศเพื่อการจัดการ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 (</a:t>
            </a:r>
            <a:r>
              <a:rPr lang="en-US" dirty="0">
                <a:latin typeface="Kanit" pitchFamily="2" charset="-34"/>
                <a:cs typeface="Kanit" pitchFamily="2" charset="-34"/>
              </a:rPr>
              <a:t>Management Information Systems : MIS)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9822873" y="3946393"/>
            <a:ext cx="914400" cy="762000"/>
          </a:xfrm>
          <a:prstGeom prst="flowChartDocument">
            <a:avLst/>
          </a:prstGeom>
          <a:solidFill>
            <a:schemeClr val="bg2"/>
          </a:solidFill>
          <a:ln w="9525">
            <a:solidFill>
              <a:srgbClr val="4F009E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th-TH" altLang="th-TH" sz="14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565323" y="2193793"/>
            <a:ext cx="1733550" cy="4495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th-TH" altLang="th-TH" sz="14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3498273" y="2422393"/>
            <a:ext cx="533400" cy="762000"/>
          </a:xfrm>
          <a:prstGeom prst="flowChartMagneticDisk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3498273" y="4022593"/>
            <a:ext cx="533400" cy="762000"/>
          </a:xfrm>
          <a:prstGeom prst="flowChartMagneticDisk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3498273" y="5775193"/>
            <a:ext cx="533400" cy="762000"/>
          </a:xfrm>
          <a:prstGeom prst="flowChartMagneticDisk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4431723" y="2269993"/>
            <a:ext cx="1371600" cy="1066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600" dirty="0">
                <a:solidFill>
                  <a:srgbClr val="4F009E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Order</a:t>
            </a:r>
          </a:p>
          <a:p>
            <a:pPr algn="ctr">
              <a:defRPr/>
            </a:pPr>
            <a:r>
              <a:rPr lang="en-US" sz="1600" dirty="0">
                <a:solidFill>
                  <a:srgbClr val="4F009E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Processing</a:t>
            </a:r>
          </a:p>
          <a:p>
            <a:pPr algn="ctr">
              <a:defRPr/>
            </a:pPr>
            <a:r>
              <a:rPr lang="en-US" sz="1600" dirty="0">
                <a:solidFill>
                  <a:srgbClr val="4F009E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system</a:t>
            </a:r>
            <a:endParaRPr lang="th-TH" sz="1600" dirty="0">
              <a:solidFill>
                <a:srgbClr val="4F009E"/>
              </a:solidFill>
              <a:latin typeface="Kanit" pitchFamily="2" charset="-34"/>
              <a:ea typeface="Arial Unicode MS" pitchFamily="34" charset="-128"/>
              <a:cs typeface="Kanit" pitchFamily="2" charset="-34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4431723" y="3793993"/>
            <a:ext cx="1371600" cy="1219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600" dirty="0">
                <a:solidFill>
                  <a:srgbClr val="1D1D8B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Materials</a:t>
            </a:r>
          </a:p>
          <a:p>
            <a:pPr algn="ctr">
              <a:defRPr/>
            </a:pPr>
            <a:r>
              <a:rPr lang="en-US" sz="1600" dirty="0">
                <a:solidFill>
                  <a:srgbClr val="1D1D8B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Resource</a:t>
            </a:r>
          </a:p>
          <a:p>
            <a:pPr algn="ctr">
              <a:defRPr/>
            </a:pPr>
            <a:r>
              <a:rPr lang="en-US" sz="1600" dirty="0">
                <a:solidFill>
                  <a:srgbClr val="1D1D8B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Planning</a:t>
            </a:r>
          </a:p>
          <a:p>
            <a:pPr algn="ctr">
              <a:defRPr/>
            </a:pPr>
            <a:r>
              <a:rPr lang="en-US" sz="1600" dirty="0">
                <a:solidFill>
                  <a:srgbClr val="1D1D8B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system</a:t>
            </a:r>
            <a:endParaRPr lang="th-TH" sz="1600" dirty="0">
              <a:solidFill>
                <a:srgbClr val="1D1D8B"/>
              </a:solidFill>
              <a:latin typeface="Kanit" pitchFamily="2" charset="-34"/>
              <a:ea typeface="Arial Unicode MS" pitchFamily="34" charset="-128"/>
              <a:cs typeface="Kanit" pitchFamily="2" charset="-34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4431723" y="5622793"/>
            <a:ext cx="1371600" cy="1066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600" dirty="0">
                <a:solidFill>
                  <a:srgbClr val="4F009E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General</a:t>
            </a:r>
          </a:p>
          <a:p>
            <a:pPr algn="ctr">
              <a:defRPr/>
            </a:pPr>
            <a:r>
              <a:rPr lang="en-US" sz="1600" dirty="0">
                <a:solidFill>
                  <a:srgbClr val="4F009E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Ledger</a:t>
            </a:r>
          </a:p>
          <a:p>
            <a:pPr algn="ctr">
              <a:defRPr/>
            </a:pPr>
            <a:r>
              <a:rPr lang="en-US" sz="1600" dirty="0">
                <a:solidFill>
                  <a:srgbClr val="4F009E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system</a:t>
            </a:r>
            <a:endParaRPr lang="th-TH" sz="1600" dirty="0">
              <a:solidFill>
                <a:srgbClr val="4F009E"/>
              </a:solidFill>
              <a:latin typeface="Kanit" pitchFamily="2" charset="-34"/>
              <a:ea typeface="Arial Unicode MS" pitchFamily="34" charset="-128"/>
              <a:cs typeface="Kanit" pitchFamily="2" charset="-34"/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3974523" y="2803393"/>
            <a:ext cx="4381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2434735" y="2450968"/>
            <a:ext cx="7697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th-TH" sz="1800"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Order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th-TH" sz="1800"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file</a:t>
            </a:r>
            <a:endParaRPr lang="th-TH" altLang="th-TH" sz="1800">
              <a:latin typeface="Kanit" pitchFamily="2" charset="-34"/>
              <a:ea typeface="Arial Unicode MS" panose="020B0604020202020204" pitchFamily="34" charset="-128"/>
              <a:cs typeface="Kanit" pitchFamily="2" charset="-34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2071652" y="3987668"/>
            <a:ext cx="133241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th-TH" sz="1800"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Production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th-TH" sz="1800"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Master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th-TH" sz="1800"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file</a:t>
            </a:r>
            <a:endParaRPr lang="th-TH" altLang="th-TH" sz="1800">
              <a:latin typeface="Kanit" pitchFamily="2" charset="-34"/>
              <a:ea typeface="Arial Unicode MS" panose="020B0604020202020204" pitchFamily="34" charset="-128"/>
              <a:cs typeface="Kanit" pitchFamily="2" charset="-34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2026992" y="5803768"/>
            <a:ext cx="13756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th-TH" sz="1800"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Accounting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th-TH" sz="1800"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files</a:t>
            </a:r>
            <a:endParaRPr lang="th-TH" altLang="th-TH" sz="1800">
              <a:latin typeface="Kanit" pitchFamily="2" charset="-34"/>
              <a:ea typeface="Arial Unicode MS" panose="020B0604020202020204" pitchFamily="34" charset="-128"/>
              <a:cs typeface="Kanit" pitchFamily="2" charset="-34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602923" y="1811786"/>
            <a:ext cx="3714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1D1D8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anit" pitchFamily="2" charset="-34"/>
                <a:ea typeface="Arial Unicode MS" pitchFamily="34" charset="-128"/>
                <a:cs typeface="Kanit" pitchFamily="2" charset="-34"/>
              </a:rPr>
              <a:t>TPS</a:t>
            </a:r>
            <a:endParaRPr lang="th-TH" sz="2400" dirty="0">
              <a:solidFill>
                <a:srgbClr val="1D1D8B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anit" pitchFamily="2" charset="-34"/>
              <a:ea typeface="Arial Unicode MS" pitchFamily="34" charset="-128"/>
              <a:cs typeface="Kanit" pitchFamily="2" charset="-34"/>
            </a:endParaRPr>
          </a:p>
        </p:txBody>
      </p:sp>
      <p:sp>
        <p:nvSpPr>
          <p:cNvPr id="20" name="AutoShape 18"/>
          <p:cNvSpPr>
            <a:spLocks noChangeArrowheads="1"/>
          </p:cNvSpPr>
          <p:nvPr/>
        </p:nvSpPr>
        <p:spPr bwMode="auto">
          <a:xfrm>
            <a:off x="6717723" y="2650993"/>
            <a:ext cx="533400" cy="762000"/>
          </a:xfrm>
          <a:prstGeom prst="flowChartMagneticDisk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1" name="AutoShape 19"/>
          <p:cNvSpPr>
            <a:spLocks noChangeArrowheads="1"/>
          </p:cNvSpPr>
          <p:nvPr/>
        </p:nvSpPr>
        <p:spPr bwMode="auto">
          <a:xfrm>
            <a:off x="6717723" y="3717793"/>
            <a:ext cx="533400" cy="762000"/>
          </a:xfrm>
          <a:prstGeom prst="flowChartMagneticDisk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2" name="AutoShape 20"/>
          <p:cNvSpPr>
            <a:spLocks noChangeArrowheads="1"/>
          </p:cNvSpPr>
          <p:nvPr/>
        </p:nvSpPr>
        <p:spPr bwMode="auto">
          <a:xfrm>
            <a:off x="6717723" y="4771893"/>
            <a:ext cx="533400" cy="762000"/>
          </a:xfrm>
          <a:prstGeom prst="flowChartMagneticDisk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7232073" y="2787518"/>
            <a:ext cx="908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h-TH" sz="1200">
                <a:solidFill>
                  <a:srgbClr val="4F009E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Sales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h-TH" sz="1200">
                <a:solidFill>
                  <a:srgbClr val="4F009E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data</a:t>
            </a:r>
            <a:endParaRPr lang="th-TH" altLang="th-TH" sz="1200">
              <a:solidFill>
                <a:srgbClr val="4F009E"/>
              </a:solidFill>
              <a:latin typeface="Kanit" pitchFamily="2" charset="-34"/>
              <a:ea typeface="Arial Unicode MS" panose="020B0604020202020204" pitchFamily="34" charset="-128"/>
              <a:cs typeface="Kanit" pitchFamily="2" charset="-34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7232073" y="3701918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h-TH" sz="1200">
                <a:solidFill>
                  <a:srgbClr val="4F009E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Unit product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h-TH" sz="1200">
                <a:solidFill>
                  <a:srgbClr val="4F009E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cost data</a:t>
            </a:r>
            <a:endParaRPr lang="th-TH" altLang="th-TH" sz="1200">
              <a:solidFill>
                <a:srgbClr val="4F009E"/>
              </a:solidFill>
              <a:latin typeface="Kanit" pitchFamily="2" charset="-34"/>
              <a:ea typeface="Arial Unicode MS" panose="020B0604020202020204" pitchFamily="34" charset="-128"/>
              <a:cs typeface="Kanit" pitchFamily="2" charset="-34"/>
            </a:endParaRPr>
          </a:p>
        </p:txBody>
      </p:sp>
      <p:sp>
        <p:nvSpPr>
          <p:cNvPr id="25" name="AutoShape 23"/>
          <p:cNvSpPr>
            <a:spLocks noChangeArrowheads="1"/>
          </p:cNvSpPr>
          <p:nvPr/>
        </p:nvSpPr>
        <p:spPr bwMode="auto">
          <a:xfrm>
            <a:off x="6717723" y="5851393"/>
            <a:ext cx="533400" cy="762000"/>
          </a:xfrm>
          <a:prstGeom prst="flowChartMagneticDisk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7232073" y="4768718"/>
            <a:ext cx="114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h-TH" sz="1200">
                <a:solidFill>
                  <a:srgbClr val="4F009E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Product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h-TH" sz="1200">
                <a:solidFill>
                  <a:srgbClr val="4F009E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Change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h-TH" sz="1200">
                <a:solidFill>
                  <a:srgbClr val="4F009E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data</a:t>
            </a:r>
            <a:endParaRPr lang="th-TH" altLang="th-TH" sz="1200">
              <a:solidFill>
                <a:srgbClr val="4F009E"/>
              </a:solidFill>
              <a:latin typeface="Kanit" pitchFamily="2" charset="-34"/>
              <a:ea typeface="Arial Unicode MS" panose="020B0604020202020204" pitchFamily="34" charset="-128"/>
              <a:cs typeface="Kanit" pitchFamily="2" charset="-34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7232073" y="5956168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h-TH" sz="1200">
                <a:solidFill>
                  <a:srgbClr val="4F009E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Expense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h-TH" sz="1200">
                <a:solidFill>
                  <a:srgbClr val="4F009E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data</a:t>
            </a:r>
            <a:endParaRPr lang="th-TH" altLang="th-TH" sz="1200">
              <a:solidFill>
                <a:srgbClr val="4F009E"/>
              </a:solidFill>
              <a:latin typeface="Kanit" pitchFamily="2" charset="-34"/>
              <a:ea typeface="Arial Unicode MS" panose="020B0604020202020204" pitchFamily="34" charset="-128"/>
              <a:cs typeface="Kanit" pitchFamily="2" charset="-34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6330373" y="2193793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anit" pitchFamily="2" charset="-34"/>
                <a:ea typeface="Arial Unicode MS" pitchFamily="34" charset="-128"/>
                <a:cs typeface="Kanit" pitchFamily="2" charset="-34"/>
              </a:rPr>
              <a:t>MIS FILES</a:t>
            </a:r>
            <a:endParaRPr lang="th-TH" sz="1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anit" pitchFamily="2" charset="-34"/>
              <a:ea typeface="Arial Unicode MS" pitchFamily="34" charset="-128"/>
              <a:cs typeface="Kanit" pitchFamily="2" charset="-34"/>
            </a:endParaRPr>
          </a:p>
        </p:txBody>
      </p:sp>
      <p:sp>
        <p:nvSpPr>
          <p:cNvPr id="29" name="Freeform 27"/>
          <p:cNvSpPr>
            <a:spLocks/>
          </p:cNvSpPr>
          <p:nvPr/>
        </p:nvSpPr>
        <p:spPr bwMode="auto">
          <a:xfrm>
            <a:off x="5879523" y="2727193"/>
            <a:ext cx="762000" cy="304800"/>
          </a:xfrm>
          <a:custGeom>
            <a:avLst/>
            <a:gdLst>
              <a:gd name="T0" fmla="*/ 0 w 480"/>
              <a:gd name="T1" fmla="*/ 0 h 288"/>
              <a:gd name="T2" fmla="*/ 2147483646 w 480"/>
              <a:gd name="T3" fmla="*/ 0 h 288"/>
              <a:gd name="T4" fmla="*/ 2147483646 w 480"/>
              <a:gd name="T5" fmla="*/ 2147483646 h 288"/>
              <a:gd name="T6" fmla="*/ 2147483646 w 480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288"/>
              <a:gd name="T14" fmla="*/ 480 w 48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288">
                <a:moveTo>
                  <a:pt x="0" y="0"/>
                </a:moveTo>
                <a:lnTo>
                  <a:pt x="240" y="0"/>
                </a:lnTo>
                <a:lnTo>
                  <a:pt x="240" y="288"/>
                </a:lnTo>
                <a:lnTo>
                  <a:pt x="480" y="288"/>
                </a:lnTo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  <a:headEnd type="none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0" name="Freeform 28"/>
          <p:cNvSpPr>
            <a:spLocks/>
          </p:cNvSpPr>
          <p:nvPr/>
        </p:nvSpPr>
        <p:spPr bwMode="auto">
          <a:xfrm>
            <a:off x="5879523" y="4022593"/>
            <a:ext cx="762000" cy="152400"/>
          </a:xfrm>
          <a:custGeom>
            <a:avLst/>
            <a:gdLst>
              <a:gd name="T0" fmla="*/ 0 w 480"/>
              <a:gd name="T1" fmla="*/ 0 h 288"/>
              <a:gd name="T2" fmla="*/ 2147483646 w 480"/>
              <a:gd name="T3" fmla="*/ 0 h 288"/>
              <a:gd name="T4" fmla="*/ 2147483646 w 480"/>
              <a:gd name="T5" fmla="*/ 2147483646 h 288"/>
              <a:gd name="T6" fmla="*/ 2147483646 w 480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288"/>
              <a:gd name="T14" fmla="*/ 480 w 48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288">
                <a:moveTo>
                  <a:pt x="0" y="0"/>
                </a:moveTo>
                <a:lnTo>
                  <a:pt x="240" y="0"/>
                </a:lnTo>
                <a:lnTo>
                  <a:pt x="240" y="288"/>
                </a:lnTo>
                <a:lnTo>
                  <a:pt x="480" y="288"/>
                </a:lnTo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  <a:headEnd type="none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1" name="Freeform 29"/>
          <p:cNvSpPr>
            <a:spLocks/>
          </p:cNvSpPr>
          <p:nvPr/>
        </p:nvSpPr>
        <p:spPr bwMode="auto">
          <a:xfrm>
            <a:off x="5879523" y="4708393"/>
            <a:ext cx="762000" cy="457200"/>
          </a:xfrm>
          <a:custGeom>
            <a:avLst/>
            <a:gdLst>
              <a:gd name="T0" fmla="*/ 0 w 480"/>
              <a:gd name="T1" fmla="*/ 0 h 288"/>
              <a:gd name="T2" fmla="*/ 2147483646 w 480"/>
              <a:gd name="T3" fmla="*/ 0 h 288"/>
              <a:gd name="T4" fmla="*/ 2147483646 w 480"/>
              <a:gd name="T5" fmla="*/ 2147483646 h 288"/>
              <a:gd name="T6" fmla="*/ 2147483646 w 480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288"/>
              <a:gd name="T14" fmla="*/ 480 w 48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288">
                <a:moveTo>
                  <a:pt x="0" y="0"/>
                </a:moveTo>
                <a:lnTo>
                  <a:pt x="240" y="0"/>
                </a:lnTo>
                <a:lnTo>
                  <a:pt x="240" y="288"/>
                </a:lnTo>
                <a:lnTo>
                  <a:pt x="480" y="288"/>
                </a:lnTo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  <a:headEnd type="none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2" name="Freeform 30"/>
          <p:cNvSpPr>
            <a:spLocks/>
          </p:cNvSpPr>
          <p:nvPr/>
        </p:nvSpPr>
        <p:spPr bwMode="auto">
          <a:xfrm>
            <a:off x="5879523" y="6003793"/>
            <a:ext cx="762000" cy="304800"/>
          </a:xfrm>
          <a:custGeom>
            <a:avLst/>
            <a:gdLst>
              <a:gd name="T0" fmla="*/ 0 w 480"/>
              <a:gd name="T1" fmla="*/ 0 h 288"/>
              <a:gd name="T2" fmla="*/ 2147483646 w 480"/>
              <a:gd name="T3" fmla="*/ 0 h 288"/>
              <a:gd name="T4" fmla="*/ 2147483646 w 480"/>
              <a:gd name="T5" fmla="*/ 2147483646 h 288"/>
              <a:gd name="T6" fmla="*/ 2147483646 w 480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288"/>
              <a:gd name="T14" fmla="*/ 480 w 48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288">
                <a:moveTo>
                  <a:pt x="0" y="0"/>
                </a:moveTo>
                <a:lnTo>
                  <a:pt x="240" y="0"/>
                </a:lnTo>
                <a:lnTo>
                  <a:pt x="240" y="288"/>
                </a:lnTo>
                <a:lnTo>
                  <a:pt x="480" y="288"/>
                </a:lnTo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  <a:headEnd type="none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3" name="Rectangle 31"/>
          <p:cNvSpPr>
            <a:spLocks noChangeArrowheads="1"/>
          </p:cNvSpPr>
          <p:nvPr/>
        </p:nvSpPr>
        <p:spPr bwMode="auto">
          <a:xfrm>
            <a:off x="8679873" y="4060693"/>
            <a:ext cx="762000" cy="6858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4F009E"/>
                </a:solidFill>
                <a:latin typeface="Kanit" pitchFamily="2" charset="-34"/>
                <a:ea typeface="Arial Unicode MS" pitchFamily="34" charset="-128"/>
                <a:cs typeface="Kanit" pitchFamily="2" charset="-34"/>
              </a:rPr>
              <a:t>MIS</a:t>
            </a:r>
            <a:endParaRPr lang="th-TH" sz="2000" dirty="0">
              <a:solidFill>
                <a:srgbClr val="4F009E"/>
              </a:solidFill>
              <a:latin typeface="Kanit" pitchFamily="2" charset="-34"/>
              <a:ea typeface="Arial Unicode MS" pitchFamily="34" charset="-128"/>
              <a:cs typeface="Kanit" pitchFamily="2" charset="-34"/>
            </a:endParaRPr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9492673" y="4403593"/>
            <a:ext cx="292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5" name="AutoShape 33"/>
          <p:cNvSpPr>
            <a:spLocks noChangeArrowheads="1"/>
          </p:cNvSpPr>
          <p:nvPr/>
        </p:nvSpPr>
        <p:spPr bwMode="auto">
          <a:xfrm>
            <a:off x="9975273" y="4060693"/>
            <a:ext cx="914400" cy="762000"/>
          </a:xfrm>
          <a:prstGeom prst="flowChartDocumen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600" dirty="0">
                <a:latin typeface="Kanit" pitchFamily="2" charset="-34"/>
                <a:ea typeface="Arial Unicode MS" pitchFamily="34" charset="-128"/>
                <a:cs typeface="Kanit" pitchFamily="2" charset="-34"/>
              </a:rPr>
              <a:t>Reports</a:t>
            </a:r>
            <a:endParaRPr lang="th-TH" sz="1600" dirty="0">
              <a:latin typeface="Kanit" pitchFamily="2" charset="-34"/>
              <a:ea typeface="Arial Unicode MS" pitchFamily="34" charset="-128"/>
              <a:cs typeface="Kanit" pitchFamily="2" charset="-34"/>
            </a:endParaRPr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8349673" y="4403593"/>
            <a:ext cx="292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5784273" y="1799086"/>
            <a:ext cx="3352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4F009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anit" pitchFamily="2" charset="-34"/>
                <a:ea typeface="Arial Unicode MS" pitchFamily="34" charset="-128"/>
                <a:cs typeface="Kanit" pitchFamily="2" charset="-34"/>
              </a:rPr>
              <a:t>MIS</a:t>
            </a:r>
            <a:endParaRPr lang="th-TH" sz="2400" dirty="0">
              <a:solidFill>
                <a:srgbClr val="4F009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anit" pitchFamily="2" charset="-34"/>
              <a:ea typeface="Arial Unicode MS" pitchFamily="34" charset="-128"/>
              <a:cs typeface="Kanit" pitchFamily="2" charset="-34"/>
            </a:endParaRP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10356273" y="4898893"/>
            <a:ext cx="0" cy="4953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9" name="Line 38"/>
          <p:cNvSpPr>
            <a:spLocks noChangeShapeType="1"/>
          </p:cNvSpPr>
          <p:nvPr/>
        </p:nvSpPr>
        <p:spPr bwMode="auto">
          <a:xfrm>
            <a:off x="3955473" y="4403593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0" name="Line 39"/>
          <p:cNvSpPr>
            <a:spLocks noChangeShapeType="1"/>
          </p:cNvSpPr>
          <p:nvPr/>
        </p:nvSpPr>
        <p:spPr bwMode="auto">
          <a:xfrm>
            <a:off x="3974523" y="6232393"/>
            <a:ext cx="4381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00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41" name="Picture 39" descr="ผลการค้นหารูปภาพสำหรับ manager cartoon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6125" y="5490173"/>
            <a:ext cx="769566" cy="1128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572011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ระบบสารสนเทศเพื่อการจัดการ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 (</a:t>
            </a:r>
            <a:r>
              <a:rPr lang="en-US" dirty="0">
                <a:latin typeface="Kanit" pitchFamily="2" charset="-34"/>
                <a:cs typeface="Kanit" pitchFamily="2" charset="-34"/>
              </a:rPr>
              <a:t>Management Information Systems : MIS)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648074" y="6072185"/>
            <a:ext cx="4895851" cy="7143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th-TH" sz="2400" dirty="0">
                <a:solidFill>
                  <a:schemeClr val="tx1"/>
                </a:solidFill>
                <a:latin typeface="Kanit" pitchFamily="2" charset="-34"/>
                <a:ea typeface="Arial Unicode MS" panose="020B0604020202020204" pitchFamily="34" charset="-128"/>
                <a:cs typeface="Kanit" pitchFamily="2" charset="-34"/>
              </a:rPr>
              <a:t>Example Report of MIS</a:t>
            </a:r>
            <a:endParaRPr lang="en-GB" altLang="th-TH" sz="2400" dirty="0">
              <a:solidFill>
                <a:schemeClr val="tx1"/>
              </a:solidFill>
              <a:latin typeface="Kanit" pitchFamily="2" charset="-34"/>
              <a:ea typeface="Arial Unicode MS" panose="020B0604020202020204" pitchFamily="34" charset="-128"/>
              <a:cs typeface="Kanit" pitchFamily="2" charset="-34"/>
            </a:endParaRPr>
          </a:p>
        </p:txBody>
      </p:sp>
      <p:graphicFrame>
        <p:nvGraphicFramePr>
          <p:cNvPr id="6" name="Group 7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491152"/>
              </p:ext>
            </p:extLst>
          </p:nvPr>
        </p:nvGraphicFramePr>
        <p:xfrm>
          <a:off x="1102518" y="1939172"/>
          <a:ext cx="9986964" cy="4348185"/>
        </p:xfrm>
        <a:graphic>
          <a:graphicData uri="http://schemas.openxmlformats.org/drawingml/2006/table">
            <a:tbl>
              <a:tblPr/>
              <a:tblGrid>
                <a:gridCol w="1780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63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13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D1D8B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PRODUCT CODE</a:t>
                      </a:r>
                      <a:endParaRPr kumimoji="0" lang="th-T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D1D8B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D1D8B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PRODUCT DESCRIPTION</a:t>
                      </a:r>
                      <a:endParaRPr kumimoji="0" lang="th-T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D1D8B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D1D8B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SALES REGION</a:t>
                      </a:r>
                      <a:endParaRPr kumimoji="0" lang="th-T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D1D8B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D1D8B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ACTUAL SALES</a:t>
                      </a:r>
                      <a:endParaRPr kumimoji="0" lang="th-T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D1D8B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D1D8B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PLANNED</a:t>
                      </a:r>
                      <a:endParaRPr kumimoji="0" lang="th-T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D1D8B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2341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โออิ</a:t>
                      </a:r>
                      <a:r>
                        <a:rPr kumimoji="0" lang="th-TH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ชิรสมะนาว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กลาง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เหนือ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อีสาน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ใต้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100,000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100,000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100,000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100,000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250,000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125,000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150,000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80,000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50"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TOTAL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400,000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605,000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0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5674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บิวตี้ดริ้ง รีแล็กซิ่ง คาล์ม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กลาง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เหนือ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อีสาน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ใต้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100,000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80,000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120,000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70,000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140,000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85,000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125,000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68,000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025"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TOTAL</a:t>
                      </a:r>
                      <a:endParaRPr kumimoji="0" lang="th-T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370,000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Kanit" pitchFamily="2" charset="-34"/>
                          <a:ea typeface="Arial Unicode MS" pitchFamily="34" charset="-128"/>
                          <a:cs typeface="Kanit" pitchFamily="2" charset="-34"/>
                        </a:rPr>
                        <a:t>418,000</a:t>
                      </a:r>
                      <a:endParaRPr kumimoji="0" lang="th-TH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Kanit" pitchFamily="2" charset="-34"/>
                        <a:ea typeface="Arial Unicode MS" pitchFamily="34" charset="-128"/>
                        <a:cs typeface="Kanit" pitchFamily="2" charset="-34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28344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ระบบสารสนเทศเพื่อการจัดการ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 (</a:t>
            </a:r>
            <a:r>
              <a:rPr lang="en-US" dirty="0">
                <a:latin typeface="Kanit" pitchFamily="2" charset="-34"/>
                <a:cs typeface="Kanit" pitchFamily="2" charset="-34"/>
              </a:rPr>
              <a:t>Management Information Systems : MIS)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7" name="Picture 2" descr="ผลการค้นหารูปภาพสำหรับ format of mis repo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473" y="1927081"/>
            <a:ext cx="5805054" cy="467842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89077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ระบบสนับสนุนการตัดสินใจ 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 (</a:t>
            </a:r>
            <a:r>
              <a:rPr lang="en-US" dirty="0">
                <a:latin typeface="Kanit" pitchFamily="2" charset="-34"/>
                <a:cs typeface="Kanit" pitchFamily="2" charset="-34"/>
              </a:rPr>
              <a:t>Decision Support Systems : DSS)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4" name="Picture 5" descr="http://dpm.nida.ac.th/main/images/flood4/dss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543" y="2081907"/>
            <a:ext cx="5875026" cy="406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6136837" y="6314486"/>
            <a:ext cx="45464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ระบบสนับสนุนการตัดสินใจเตือนภัยน้ำท่วม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93" y="3099585"/>
            <a:ext cx="3725700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h-TH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จะเกิดอะไรขึ้น?...</a:t>
            </a:r>
            <a:r>
              <a:rPr lang="en-US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...</a:t>
            </a:r>
            <a:r>
              <a:rPr lang="th-TH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ถ้า…</a:t>
            </a:r>
            <a:r>
              <a:rPr lang="en-US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..</a:t>
            </a:r>
            <a:r>
              <a:rPr lang="th-TH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..” </a:t>
            </a:r>
          </a:p>
          <a:p>
            <a:pPr algn="ctr">
              <a:lnSpc>
                <a:spcPct val="150000"/>
              </a:lnSpc>
            </a:pPr>
            <a:r>
              <a:rPr lang="th-TH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หรือ </a:t>
            </a:r>
          </a:p>
          <a:p>
            <a:pPr algn="ctr">
              <a:lnSpc>
                <a:spcPct val="150000"/>
              </a:lnSpc>
            </a:pPr>
            <a:r>
              <a:rPr lang="th-TH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“</a:t>
            </a:r>
            <a:r>
              <a:rPr lang="en-US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What-if”</a:t>
            </a:r>
          </a:p>
        </p:txBody>
      </p:sp>
    </p:spTree>
    <p:extLst>
      <p:ext uri="{BB962C8B-B14F-4D97-AF65-F5344CB8AC3E}">
        <p14:creationId xmlns:p14="http://schemas.microsoft.com/office/powerpoint/2010/main" val="314296501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ระบบสารสนเทศสำหรับผู้บริหาร 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(</a:t>
            </a:r>
            <a:r>
              <a:rPr lang="en-US" dirty="0">
                <a:latin typeface="Kanit" pitchFamily="2" charset="-34"/>
                <a:cs typeface="Kanit" pitchFamily="2" charset="-34"/>
              </a:rPr>
              <a:t>Executive Information System : EIS) 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83" y="2601402"/>
            <a:ext cx="8126034" cy="415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98326" y="2005656"/>
            <a:ext cx="75953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ใช้งานด้านการพยากรณ์และการทำนายเป็นส่วนใหญ่ </a:t>
            </a:r>
          </a:p>
        </p:txBody>
      </p:sp>
    </p:spTree>
    <p:extLst>
      <p:ext uri="{BB962C8B-B14F-4D97-AF65-F5344CB8AC3E}">
        <p14:creationId xmlns:p14="http://schemas.microsoft.com/office/powerpoint/2010/main" val="189271888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ระบบผู้เชี่ยวชาญ 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(</a:t>
            </a:r>
            <a:r>
              <a:rPr lang="en-US" dirty="0">
                <a:latin typeface="Kanit" pitchFamily="2" charset="-34"/>
                <a:cs typeface="Kanit" pitchFamily="2" charset="-34"/>
              </a:rPr>
              <a:t>Expert Systems : ES)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42646" y="2111653"/>
            <a:ext cx="118878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เป็นระบบที่รวบรวมความรู้ความเชี่ยวชาญเฉพาะด้านในสาขาต่าง ๆ เข้าด้วยกัน </a:t>
            </a:r>
            <a:br>
              <a:rPr lang="th-TH" sz="2000" dirty="0">
                <a:latin typeface="Kanit" pitchFamily="2" charset="-34"/>
                <a:cs typeface="Kanit" pitchFamily="2" charset="-34"/>
              </a:rPr>
            </a:br>
            <a:r>
              <a:rPr lang="th-TH" sz="2000" dirty="0">
                <a:latin typeface="Kanit" pitchFamily="2" charset="-34"/>
                <a:cs typeface="Kanit" pitchFamily="2" charset="-34"/>
              </a:rPr>
              <a:t>ซึ่งบางครั้งเรียกว่า</a:t>
            </a:r>
            <a:r>
              <a:rPr lang="th-TH" sz="20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ระบบฐานความรู้ (</a:t>
            </a:r>
            <a:r>
              <a:rPr lang="en-US" sz="20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Knowledge Base)</a:t>
            </a:r>
          </a:p>
          <a:p>
            <a:endParaRPr lang="en-US" sz="2000" dirty="0">
              <a:latin typeface="Kanit" pitchFamily="2" charset="-34"/>
              <a:cs typeface="Kanit" pitchFamily="2" charset="-34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ระบบผู้เชี่ยวชาญจัดเป็นแขนงหนึ่งของ</a:t>
            </a:r>
            <a:r>
              <a:rPr lang="th-TH" sz="20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ระบบปัญญาประดิษฐ์ (</a:t>
            </a:r>
            <a:r>
              <a:rPr lang="en-US" sz="20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Artificial Intelligence </a:t>
            </a:r>
            <a:r>
              <a:rPr lang="th-TH" sz="20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หรือ </a:t>
            </a:r>
            <a:r>
              <a:rPr lang="en-US" sz="20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AI)</a:t>
            </a:r>
          </a:p>
        </p:txBody>
      </p:sp>
      <p:pic>
        <p:nvPicPr>
          <p:cNvPr id="5" name="Picture 4" descr="ผลการค้นหารูปภาพสำหรับ ปัญญาประดิษฐ์ 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72" y="3585009"/>
            <a:ext cx="4004663" cy="2972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386595" y="3830789"/>
            <a:ext cx="541747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Kanit" pitchFamily="2" charset="-34"/>
                <a:cs typeface="Kanit" pitchFamily="2" charset="-34"/>
              </a:rPr>
              <a:t>Example of ES</a:t>
            </a:r>
            <a:endParaRPr lang="th-TH" sz="2000" b="1" dirty="0">
              <a:solidFill>
                <a:schemeClr val="accent1"/>
              </a:solidFill>
              <a:latin typeface="Kanit" pitchFamily="2" charset="-34"/>
              <a:cs typeface="Kanit" pitchFamily="2" charset="-34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การช่วยพิจารณาอนุมัติสินเชื่อ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การประเมินคุณสมบัติของผู้สมัครเข้าทำงาน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ระบบการให้เครดิตลูกค้า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ระบบการรักษาและวินิจฉัยโรค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ระบบผู้เชี่ยวชาญด้านภาษี</a:t>
            </a:r>
          </a:p>
        </p:txBody>
      </p:sp>
    </p:spTree>
    <p:extLst>
      <p:ext uri="{BB962C8B-B14F-4D97-AF65-F5344CB8AC3E}">
        <p14:creationId xmlns:p14="http://schemas.microsoft.com/office/powerpoint/2010/main" val="1311698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ระบบวางแผนทรัพยากรทางธุรกิจแบบทั่วทั้งองค์กร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(</a:t>
            </a:r>
            <a:r>
              <a:rPr lang="en-US" dirty="0">
                <a:latin typeface="Kanit" pitchFamily="2" charset="-34"/>
                <a:cs typeface="Kanit" pitchFamily="2" charset="-34"/>
              </a:rPr>
              <a:t>Enterprise Resource Planning : ERP) 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1192" y="5131943"/>
            <a:ext cx="110296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thaiDist"/>
            <a:r>
              <a:rPr lang="th-TH" sz="2400" dirty="0">
                <a:latin typeface="Kanit" pitchFamily="2" charset="-34"/>
                <a:cs typeface="Kanit" pitchFamily="2" charset="-34"/>
              </a:rPr>
              <a:t>	มุ่งเน้นการแก้ปัญหาระดับองค์กรเป็นหลัก ด้วย</a:t>
            </a:r>
            <a:r>
              <a:rPr lang="th-TH" sz="2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การบูรณาการกระบวนการทางธุรกิจต่าง ๆ ในบริษัททั้งหมด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ได้แก่ การจัดจ้าง การผลิต การขาย การบัญชี และการบริหารบุคคล เข้าด้วยกัน เป็นระบบที่สัมพันธ์กันและสามารถเชื่อมโยงกันอย่าง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Real time</a:t>
            </a: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195" y="2319699"/>
            <a:ext cx="8537093" cy="2252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018032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2559268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ส่วนประกอบของระบบสารสนเทศ</a:t>
            </a:r>
          </a:p>
        </p:txBody>
      </p:sp>
      <p:sp>
        <p:nvSpPr>
          <p:cNvPr id="5" name="Hexagon 4"/>
          <p:cNvSpPr/>
          <p:nvPr/>
        </p:nvSpPr>
        <p:spPr>
          <a:xfrm>
            <a:off x="2126671" y="3954201"/>
            <a:ext cx="2161309" cy="1636270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Hardware</a:t>
            </a:r>
            <a:endParaRPr lang="th-TH" sz="20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Hexagon 7"/>
          <p:cNvSpPr/>
          <p:nvPr/>
        </p:nvSpPr>
        <p:spPr>
          <a:xfrm>
            <a:off x="4045526" y="3033959"/>
            <a:ext cx="2161309" cy="1636270"/>
          </a:xfrm>
          <a:prstGeom prst="hexagon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Software</a:t>
            </a:r>
            <a:endParaRPr lang="th-TH" sz="2000" dirty="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Hexagon 8"/>
          <p:cNvSpPr/>
          <p:nvPr/>
        </p:nvSpPr>
        <p:spPr>
          <a:xfrm>
            <a:off x="4045526" y="4834868"/>
            <a:ext cx="2161309" cy="1636270"/>
          </a:xfrm>
          <a:prstGeom prst="hexagon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Data</a:t>
            </a:r>
            <a:endParaRPr lang="th-TH" sz="2000" dirty="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Hexagon 9"/>
          <p:cNvSpPr/>
          <p:nvPr/>
        </p:nvSpPr>
        <p:spPr>
          <a:xfrm>
            <a:off x="5992090" y="3934414"/>
            <a:ext cx="2161309" cy="1636270"/>
          </a:xfrm>
          <a:prstGeom prst="hexagon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Telecom</a:t>
            </a:r>
            <a:br>
              <a:rPr lang="en-US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</a:br>
            <a:r>
              <a:rPr lang="en-US" sz="20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Co</a:t>
            </a:r>
            <a:r>
              <a:rPr lang="en-US" sz="18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mmunications</a:t>
            </a:r>
            <a:endParaRPr lang="th-TH" sz="1800" dirty="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Hexagon 10"/>
          <p:cNvSpPr/>
          <p:nvPr/>
        </p:nvSpPr>
        <p:spPr>
          <a:xfrm>
            <a:off x="5964381" y="2106962"/>
            <a:ext cx="2161309" cy="1636270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Procedures</a:t>
            </a:r>
            <a:endParaRPr lang="th-TH" sz="20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Hexagon 11"/>
          <p:cNvSpPr/>
          <p:nvPr/>
        </p:nvSpPr>
        <p:spPr>
          <a:xfrm>
            <a:off x="7910945" y="4834868"/>
            <a:ext cx="2161309" cy="1636270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People</a:t>
            </a:r>
            <a:endParaRPr lang="th-TH" sz="20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402413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การใช้สารสนเทศของผู้บริหารระดับต่าง ๆ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875112181"/>
              </p:ext>
            </p:extLst>
          </p:nvPr>
        </p:nvGraphicFramePr>
        <p:xfrm>
          <a:off x="2563091" y="2036616"/>
          <a:ext cx="4400988" cy="4668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ight Triangle 3"/>
          <p:cNvSpPr/>
          <p:nvPr/>
        </p:nvSpPr>
        <p:spPr>
          <a:xfrm>
            <a:off x="7381602" y="2036616"/>
            <a:ext cx="1901100" cy="4668983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sz="20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algn="ctr">
              <a:defRPr/>
            </a:pPr>
            <a:endParaRPr lang="th-TH" sz="20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algn="ctr">
              <a:defRPr/>
            </a:pPr>
            <a:endParaRPr lang="th-TH" sz="20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ight Triangle 4"/>
          <p:cNvSpPr/>
          <p:nvPr/>
        </p:nvSpPr>
        <p:spPr>
          <a:xfrm rot="10800000">
            <a:off x="7446386" y="2036947"/>
            <a:ext cx="1917500" cy="4668652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th-TH" sz="20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7843254" y="2208992"/>
            <a:ext cx="164594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h-TH" altLang="th-TH" sz="1800" dirty="0">
                <a:latin typeface="Kanit" pitchFamily="2" charset="-34"/>
                <a:cs typeface="Kanit" pitchFamily="2" charset="-34"/>
              </a:rPr>
              <a:t>ข้อมูลที่กลั่นกรอง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th-TH" altLang="th-TH" sz="1800" dirty="0">
                <a:latin typeface="Kanit" pitchFamily="2" charset="-34"/>
                <a:cs typeface="Kanit" pitchFamily="2" charset="-34"/>
              </a:rPr>
              <a:t>ข้อมูลสรุปผล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th-TH" altLang="th-TH" sz="1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สารสนเทศภายนอก</a:t>
            </a: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7300418" y="5404490"/>
            <a:ext cx="164594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h-TH" altLang="th-TH" sz="1800" dirty="0">
                <a:latin typeface="Kanit" pitchFamily="2" charset="-34"/>
                <a:cs typeface="Kanit" pitchFamily="2" charset="-34"/>
              </a:rPr>
              <a:t>ข้อมูลรายละเอียด</a:t>
            </a:r>
            <a:r>
              <a:rPr lang="th-TH" altLang="th-TH" sz="1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สารสนเทศภายใน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591594" y="3686320"/>
            <a:ext cx="13724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72233" y="4686443"/>
            <a:ext cx="94091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502511" y="5681209"/>
            <a:ext cx="51063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90023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ระดับของผู้บริหารกับชนิดสารสนเทศที่ใช้งาน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439358483"/>
              </p:ext>
            </p:extLst>
          </p:nvPr>
        </p:nvGraphicFramePr>
        <p:xfrm>
          <a:off x="1427018" y="1898073"/>
          <a:ext cx="6523522" cy="4757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3769881" y="1389495"/>
            <a:ext cx="332484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684428" y="3593655"/>
            <a:ext cx="213524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378893" y="4589463"/>
            <a:ext cx="14638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978945" y="5613545"/>
            <a:ext cx="794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124658" y="2589473"/>
            <a:ext cx="39519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h-TH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EIS</a:t>
            </a:r>
            <a:r>
              <a:rPr lang="en-US" altLang="th-TH" dirty="0">
                <a:latin typeface="Kanit" pitchFamily="2" charset="-34"/>
                <a:cs typeface="Kanit" pitchFamily="2" charset="-34"/>
              </a:rPr>
              <a:t>, </a:t>
            </a:r>
            <a:r>
              <a:rPr lang="en-US" altLang="th-TH" dirty="0">
                <a:solidFill>
                  <a:srgbClr val="F424BE"/>
                </a:solidFill>
                <a:latin typeface="Kanit" pitchFamily="2" charset="-34"/>
                <a:cs typeface="Kanit" pitchFamily="2" charset="-34"/>
              </a:rPr>
              <a:t>MIS</a:t>
            </a:r>
            <a:r>
              <a:rPr lang="en-US" altLang="th-TH" dirty="0">
                <a:latin typeface="Kanit" pitchFamily="2" charset="-34"/>
                <a:cs typeface="Kanit" pitchFamily="2" charset="-34"/>
              </a:rPr>
              <a:t>, </a:t>
            </a:r>
            <a:r>
              <a:rPr lang="en-US" altLang="th-TH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DSS</a:t>
            </a:r>
            <a:r>
              <a:rPr lang="en-US" altLang="th-TH" dirty="0">
                <a:latin typeface="Kanit" pitchFamily="2" charset="-34"/>
                <a:cs typeface="Kanit" pitchFamily="2" charset="-34"/>
              </a:rPr>
              <a:t>, </a:t>
            </a:r>
            <a:r>
              <a:rPr lang="en-US" altLang="th-TH" dirty="0">
                <a:solidFill>
                  <a:srgbClr val="00B050"/>
                </a:solidFill>
                <a:latin typeface="Kanit" pitchFamily="2" charset="-34"/>
                <a:cs typeface="Kanit" pitchFamily="2" charset="-34"/>
              </a:rPr>
              <a:t>OAS</a:t>
            </a:r>
            <a:endParaRPr lang="th-TH" altLang="th-TH" dirty="0">
              <a:solidFill>
                <a:srgbClr val="00B05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7760502" y="3718349"/>
            <a:ext cx="32623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h-TH" dirty="0">
                <a:latin typeface="Kanit" pitchFamily="2" charset="-34"/>
                <a:cs typeface="Kanit" pitchFamily="2" charset="-34"/>
              </a:rPr>
              <a:t> </a:t>
            </a:r>
            <a:r>
              <a:rPr lang="en-US" altLang="th-TH" dirty="0">
                <a:solidFill>
                  <a:srgbClr val="F424BE"/>
                </a:solidFill>
                <a:latin typeface="Kanit" pitchFamily="2" charset="-34"/>
                <a:cs typeface="Kanit" pitchFamily="2" charset="-34"/>
              </a:rPr>
              <a:t>MIS</a:t>
            </a:r>
            <a:r>
              <a:rPr lang="en-US" altLang="th-TH" dirty="0">
                <a:latin typeface="Kanit" pitchFamily="2" charset="-34"/>
                <a:cs typeface="Kanit" pitchFamily="2" charset="-34"/>
              </a:rPr>
              <a:t>, </a:t>
            </a:r>
            <a:r>
              <a:rPr lang="en-US" altLang="th-TH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DSS</a:t>
            </a:r>
            <a:r>
              <a:rPr lang="en-US" altLang="th-TH" dirty="0">
                <a:latin typeface="Kanit" pitchFamily="2" charset="-34"/>
                <a:cs typeface="Kanit" pitchFamily="2" charset="-34"/>
              </a:rPr>
              <a:t>, </a:t>
            </a:r>
            <a:r>
              <a:rPr lang="en-US" altLang="th-TH" dirty="0">
                <a:solidFill>
                  <a:srgbClr val="00B050"/>
                </a:solidFill>
                <a:latin typeface="Kanit" pitchFamily="2" charset="-34"/>
                <a:cs typeface="Kanit" pitchFamily="2" charset="-34"/>
              </a:rPr>
              <a:t>OAS</a:t>
            </a:r>
            <a:endParaRPr lang="th-TH" altLang="th-TH" dirty="0">
              <a:solidFill>
                <a:srgbClr val="00B05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7808437" y="4775173"/>
            <a:ext cx="32542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h-TH" dirty="0">
                <a:latin typeface="Kanit" pitchFamily="2" charset="-34"/>
                <a:cs typeface="Kanit" pitchFamily="2" charset="-34"/>
              </a:rPr>
              <a:t> </a:t>
            </a:r>
            <a:r>
              <a:rPr lang="en-US" altLang="th-TH" dirty="0">
                <a:solidFill>
                  <a:srgbClr val="F424BE"/>
                </a:solidFill>
                <a:latin typeface="Kanit" pitchFamily="2" charset="-34"/>
                <a:cs typeface="Kanit" pitchFamily="2" charset="-34"/>
              </a:rPr>
              <a:t>MIS</a:t>
            </a:r>
            <a:r>
              <a:rPr lang="en-US" altLang="th-TH" dirty="0">
                <a:latin typeface="Kanit" pitchFamily="2" charset="-34"/>
                <a:cs typeface="Kanit" pitchFamily="2" charset="-34"/>
              </a:rPr>
              <a:t>,          </a:t>
            </a:r>
            <a:r>
              <a:rPr lang="en-US" altLang="th-TH" dirty="0">
                <a:solidFill>
                  <a:srgbClr val="00B050"/>
                </a:solidFill>
                <a:latin typeface="Kanit" pitchFamily="2" charset="-34"/>
                <a:cs typeface="Kanit" pitchFamily="2" charset="-34"/>
              </a:rPr>
              <a:t>OAS</a:t>
            </a:r>
            <a:endParaRPr lang="th-TH" altLang="th-TH" dirty="0">
              <a:solidFill>
                <a:srgbClr val="00B05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7936685" y="5878788"/>
            <a:ext cx="31554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h-TH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TPS</a:t>
            </a:r>
            <a:r>
              <a:rPr lang="en-US" altLang="th-TH" dirty="0">
                <a:latin typeface="Kanit" pitchFamily="2" charset="-34"/>
                <a:cs typeface="Kanit" pitchFamily="2" charset="-34"/>
              </a:rPr>
              <a:t>,         </a:t>
            </a:r>
            <a:r>
              <a:rPr lang="en-US" altLang="th-TH" dirty="0">
                <a:solidFill>
                  <a:srgbClr val="00B050"/>
                </a:solidFill>
                <a:latin typeface="Kanit" pitchFamily="2" charset="-34"/>
                <a:cs typeface="Kanit" pitchFamily="2" charset="-34"/>
              </a:rPr>
              <a:t>OAS</a:t>
            </a:r>
            <a:endParaRPr lang="th-TH" altLang="th-TH" dirty="0">
              <a:solidFill>
                <a:srgbClr val="00B050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7404612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รูปแบบการตัดสินใจของผู้บริหาร</a:t>
            </a:r>
          </a:p>
        </p:txBody>
      </p:sp>
      <p:sp>
        <p:nvSpPr>
          <p:cNvPr id="3" name="Rectangle 2"/>
          <p:cNvSpPr/>
          <p:nvPr/>
        </p:nvSpPr>
        <p:spPr>
          <a:xfrm>
            <a:off x="1191491" y="2182321"/>
            <a:ext cx="6096000" cy="256993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การตัดสินใจแบบมีโครงสร้าง</a:t>
            </a:r>
          </a:p>
          <a:p>
            <a:pPr marL="457200" indent="-4572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การตัดสินใจแบบกึ่งโครงสร้าง</a:t>
            </a:r>
          </a:p>
          <a:p>
            <a:pPr marL="457200" indent="-4572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การตัดสินใจแบบไม่มีโครงสร้าง</a:t>
            </a:r>
          </a:p>
        </p:txBody>
      </p:sp>
    </p:spTree>
    <p:extLst>
      <p:ext uri="{BB962C8B-B14F-4D97-AF65-F5344CB8AC3E}">
        <p14:creationId xmlns:p14="http://schemas.microsoft.com/office/powerpoint/2010/main" val="40793296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3600" b="1" dirty="0"/>
              <a:t>ความหมายของการวิเคราะห์ระบบ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ต้องปรับปรุงงานบริการให้ดียิ่งขึ้น จุดประสงค์คือ ต้องอำนวยความสะดวกแก่ลูกค้าที่มาติดต่อใช้บริการ รวมถึงสิ่งอำนวยความสะดวกใหม่ ๆ</a:t>
            </a:r>
          </a:p>
          <a:p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เพื่อสนับสนุนสินค้าและบริการใหม่ ๆ </a:t>
            </a:r>
          </a:p>
          <a:p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เพิ่มประสิทธิภาพในการทำงาน  ค้นพบข้อบกพร่องจากการดำเนินงาน เช่น ล่าช้า ใช้เวลานาน ไม่รองรับการขยายตัวของธุรกิจฯ </a:t>
            </a:r>
          </a:p>
          <a:p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ต้องการสารสนเทศมากขึ้น </a:t>
            </a:r>
          </a:p>
          <a:p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ต้องการระบบควบคุมที่ดี ระบบควบคุมที่มีประสิทธิภาพ รัดกุม สร้างความมั่นใจต่อข้อมูลที่จัดเก็บ มีความถูกต้องและปลอดภัย</a:t>
            </a:r>
          </a:p>
          <a:p>
            <a:r>
              <a:rPr lang="th-TH" sz="2400" dirty="0">
                <a:latin typeface="TH Sarabun Chula" panose="00000500000000000000" pitchFamily="2" charset="-34"/>
                <a:cs typeface="TH Sarabun Chula" panose="00000500000000000000" pitchFamily="2" charset="-34"/>
              </a:rPr>
              <a:t>ช่วยลดต้นทุน ลดค่าใช้จ่ายระยะยาว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2661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แนวทางในการดำเนินงานเกี่ยวกับการพัฒนาระบบ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1191490" y="2182321"/>
            <a:ext cx="9074727" cy="254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ไม่ต้องดำเนินการใด ๆ </a:t>
            </a:r>
          </a:p>
          <a:p>
            <a:pPr marL="457200" indent="-4572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ปรับปรุงระบบเดิมให้ดียิ่งขึ้น ปรับปรุงบางส่วนของระบบให้มีประสิทธิภาพดียิ่งขึ้น </a:t>
            </a:r>
          </a:p>
          <a:p>
            <a:pPr marL="457200" indent="-4572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พัฒนาระบบใหม่ทดแทนระบบงานเดิม</a:t>
            </a:r>
          </a:p>
        </p:txBody>
      </p:sp>
    </p:spTree>
    <p:extLst>
      <p:ext uri="{BB962C8B-B14F-4D97-AF65-F5344CB8AC3E}">
        <p14:creationId xmlns:p14="http://schemas.microsoft.com/office/powerpoint/2010/main" val="39497993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ลักษณะงานของนักวิเคราะห์ระบบ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942109" y="2154612"/>
            <a:ext cx="113468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หน้าที่ : วิเคราะห์ระบบอย่างเดียว เรียกว่า  </a:t>
            </a:r>
            <a:br>
              <a:rPr lang="en-US" dirty="0">
                <a:latin typeface="Kanit" pitchFamily="2" charset="-34"/>
                <a:cs typeface="Kanit" pitchFamily="2" charset="-34"/>
              </a:rPr>
            </a:br>
            <a:r>
              <a:rPr lang="en-US" dirty="0">
                <a:latin typeface="Kanit" pitchFamily="2" charset="-34"/>
                <a:cs typeface="Kanit" pitchFamily="2" charset="-34"/>
              </a:rPr>
              <a:t>				</a:t>
            </a:r>
            <a:r>
              <a:rPr lang="en-US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Information Analyst</a:t>
            </a:r>
          </a:p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หน้าที่ : วิเคราะห์และออกแบบระบบ เรียกว่า </a:t>
            </a:r>
            <a:br>
              <a:rPr lang="en-US" dirty="0">
                <a:latin typeface="Kanit" pitchFamily="2" charset="-34"/>
                <a:cs typeface="Kanit" pitchFamily="2" charset="-34"/>
              </a:rPr>
            </a:br>
            <a:r>
              <a:rPr lang="en-US" dirty="0">
                <a:latin typeface="Kanit" pitchFamily="2" charset="-34"/>
                <a:cs typeface="Kanit" pitchFamily="2" charset="-34"/>
              </a:rPr>
              <a:t>				</a:t>
            </a:r>
            <a:r>
              <a:rPr lang="en-US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System Designers, Application Developers</a:t>
            </a:r>
          </a:p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หน้าที่ : วิเคราะห์ ออกแบบระบบ และเขียนโปรแกรม เรียกว่า </a:t>
            </a:r>
            <a:br>
              <a:rPr lang="en-US" dirty="0">
                <a:latin typeface="Kanit" pitchFamily="2" charset="-34"/>
                <a:cs typeface="Kanit" pitchFamily="2" charset="-34"/>
              </a:rPr>
            </a:br>
            <a:r>
              <a:rPr lang="en-US" dirty="0">
                <a:latin typeface="Kanit" pitchFamily="2" charset="-34"/>
                <a:cs typeface="Kanit" pitchFamily="2" charset="-34"/>
              </a:rPr>
              <a:t>				</a:t>
            </a:r>
            <a:r>
              <a:rPr lang="en-US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Programmer Analysts</a:t>
            </a:r>
          </a:p>
        </p:txBody>
      </p:sp>
    </p:spTree>
    <p:extLst>
      <p:ext uri="{BB962C8B-B14F-4D97-AF65-F5344CB8AC3E}">
        <p14:creationId xmlns:p14="http://schemas.microsoft.com/office/powerpoint/2010/main" val="10301863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ความรู้และทักษะของนักวิเคราะห์ระบบ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1191490" y="2182321"/>
            <a:ext cx="9870520" cy="2823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ทักษะและความรู้ทางเทคนิค มีความเชี่ยวชาญทางเทคนิค เทคโนโลยีต่าง ๆ ที่นำมาใช้ในองค์กร</a:t>
            </a:r>
          </a:p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ทักษะและความรู้ทางธุรกิจ รู้และเข้าใจในระบบธุรกิจ ฟังค์ชันการทำงานทางธุรกิจมีอะไรบ้าง โครงสร้างการจัดการองค์กร มีงานอะไรบ้าง เช่น ด้านการเงิน การผลิต การตลาดฯ </a:t>
            </a:r>
          </a:p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ทักษะและความรู้เกี่ยวกับคน การติดต่อสื่อสารระหว่างบุคคล ผู้จัดการ ผู้ใช้ โปรแกรมเมอร์ฯ</a:t>
            </a:r>
          </a:p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ความซื่อสัตย์และจรรยาบรรณในวิชาชีพ ต้องเก็บรักษาข้อมูลต่าง ๆ ของบุคคลและองค์กรไว้เป็นความลับ</a:t>
            </a:r>
          </a:p>
        </p:txBody>
      </p:sp>
    </p:spTree>
    <p:extLst>
      <p:ext uri="{BB962C8B-B14F-4D97-AF65-F5344CB8AC3E}">
        <p14:creationId xmlns:p14="http://schemas.microsoft.com/office/powerpoint/2010/main" val="23281943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ทีมงานพัฒนาระบบ</a:t>
            </a:r>
          </a:p>
        </p:txBody>
      </p:sp>
      <p:sp>
        <p:nvSpPr>
          <p:cNvPr id="4" name="Rectangle 8"/>
          <p:cNvSpPr txBox="1">
            <a:spLocks noChangeArrowheads="1"/>
          </p:cNvSpPr>
          <p:nvPr/>
        </p:nvSpPr>
        <p:spPr>
          <a:xfrm>
            <a:off x="1615173" y="2263873"/>
            <a:ext cx="4632614" cy="360910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th-TH" alt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คณะกรรมการดำเนินงาน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th-TH" alt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ผู้จัดการระบบสารสนเทศ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th-TH" alt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นักวิเคราะห์ระบบ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th-TH" alt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นักออกแบบฐานข้อมูล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th-TH" alt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โปรแกรมเมอร์</a:t>
            </a:r>
          </a:p>
        </p:txBody>
      </p:sp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6427891" y="2277728"/>
            <a:ext cx="4632615" cy="34151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altLang="th-TH" sz="2400" dirty="0">
                <a:latin typeface="Kanit" pitchFamily="2" charset="-34"/>
                <a:cs typeface="Kanit" pitchFamily="2" charset="-34"/>
              </a:rPr>
              <a:t>วิศวกรระบบเครือข่าย</a:t>
            </a:r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altLang="th-TH" sz="2400" dirty="0">
                <a:latin typeface="Kanit" pitchFamily="2" charset="-34"/>
                <a:cs typeface="Kanit" pitchFamily="2" charset="-34"/>
              </a:rPr>
              <a:t>ทีมงานสนับสนุนฝ่ายเทคนิค</a:t>
            </a:r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altLang="th-TH" sz="2400" dirty="0">
                <a:latin typeface="Kanit" pitchFamily="2" charset="-34"/>
                <a:cs typeface="Kanit" pitchFamily="2" charset="-34"/>
              </a:rPr>
              <a:t>เจ้าหน้าที่รวบรวมข้อมูล</a:t>
            </a:r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th-TH" altLang="th-TH" sz="2400" dirty="0">
                <a:latin typeface="Kanit" pitchFamily="2" charset="-34"/>
                <a:cs typeface="Kanit" pitchFamily="2" charset="-34"/>
              </a:rPr>
              <a:t>ผู้ใช้</a:t>
            </a:r>
          </a:p>
        </p:txBody>
      </p:sp>
    </p:spTree>
    <p:extLst>
      <p:ext uri="{BB962C8B-B14F-4D97-AF65-F5344CB8AC3E}">
        <p14:creationId xmlns:p14="http://schemas.microsoft.com/office/powerpoint/2010/main" val="1367746143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992439"/>
            <a:ext cx="10993549" cy="147501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Any questions?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21582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5269</TotalTime>
  <Words>1451</Words>
  <Application>Microsoft Office PowerPoint</Application>
  <PresentationFormat>แบบจอกว้าง</PresentationFormat>
  <Paragraphs>248</Paragraphs>
  <Slides>31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9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31</vt:i4>
      </vt:variant>
    </vt:vector>
  </HeadingPairs>
  <TitlesOfParts>
    <vt:vector size="41" baseType="lpstr">
      <vt:lpstr>Arial</vt:lpstr>
      <vt:lpstr>Calibri</vt:lpstr>
      <vt:lpstr>Gill Sans MT</vt:lpstr>
      <vt:lpstr>Kanit</vt:lpstr>
      <vt:lpstr>Prompt</vt:lpstr>
      <vt:lpstr>TH Sarabun Chula</vt:lpstr>
      <vt:lpstr>TH SarabunPSK</vt:lpstr>
      <vt:lpstr>Wingdings</vt:lpstr>
      <vt:lpstr>Wingdings 2</vt:lpstr>
      <vt:lpstr>Dividend</vt:lpstr>
      <vt:lpstr>บทที่ 1  ความรู้เบื้องต้นเกี่ยวกับ การวิเคราะห์และออกแบบระบบ</vt:lpstr>
      <vt:lpstr>บทที่ 1 ความรู้เบื้องต้นเกี่ยวกับการวิเคราะห์และออกแบบระบบ</vt:lpstr>
      <vt:lpstr>ระบบสารสนเทศ (Information Systems)</vt:lpstr>
      <vt:lpstr>ระบบ (Systems)</vt:lpstr>
      <vt:lpstr>การวิเคราะห์และออกแบบระบบ</vt:lpstr>
      <vt:lpstr>นักวิเคราะห์ระบบ (System Analyst: SA)</vt:lpstr>
      <vt:lpstr>นักวิเคราะห์ระบบ (System Analyst: SA)</vt:lpstr>
      <vt:lpstr>นักวิเคราะห์ระบบ (System Analyst: SA)</vt:lpstr>
      <vt:lpstr>นักวิเคราะห์ระบบ (System Analyst: SA)</vt:lpstr>
      <vt:lpstr>การแก้ไขปัญหาทางธุรกิจด้วยระบบ</vt:lpstr>
      <vt:lpstr>ภาพรวมของระบบ</vt:lpstr>
      <vt:lpstr>ชนิดของระบบสารสนเทศ</vt:lpstr>
      <vt:lpstr>ระบบประมวลผลรายการประจำวัน (Transaction Processing Systems : TPS)</vt:lpstr>
      <vt:lpstr>ระบบสำนักงานอัตโนมัติ (Office Automation Systems : OAS)</vt:lpstr>
      <vt:lpstr>ระบบสารสนเทศเพื่อการจัดการ  (Management Information Systems : MIS)</vt:lpstr>
      <vt:lpstr>ระบบสารสนเทศเพื่อการจัดการ  (Management Information Systems : MIS)</vt:lpstr>
      <vt:lpstr>ระบบสารสนเทศเพื่อการจัดการ  (Management Information Systems : MIS)</vt:lpstr>
      <vt:lpstr>ระบบสนับสนุนการตัดสินใจ   (Decision Support Systems : DSS)</vt:lpstr>
      <vt:lpstr>ระบบสารสนเทศสำหรับผู้บริหาร  (Executive Information System : EIS) </vt:lpstr>
      <vt:lpstr>ระบบผู้เชี่ยวชาญ  (Expert Systems : ES)</vt:lpstr>
      <vt:lpstr>ระบบวางแผนทรัพยากรทางธุรกิจแบบทั่วทั้งองค์กร (Enterprise Resource Planning : ERP) </vt:lpstr>
      <vt:lpstr>ส่วนประกอบของระบบสารสนเทศ</vt:lpstr>
      <vt:lpstr>การใช้สารสนเทศของผู้บริหารระดับต่าง ๆ</vt:lpstr>
      <vt:lpstr>ระดับของผู้บริหารกับชนิดสารสนเทศที่ใช้งาน</vt:lpstr>
      <vt:lpstr>รูปแบบการตัดสินใจของผู้บริหาร</vt:lpstr>
      <vt:lpstr>ความหมายของการวิเคราะห์ระบบ</vt:lpstr>
      <vt:lpstr>แนวทางในการดำเนินงานเกี่ยวกับการพัฒนาระบบ</vt:lpstr>
      <vt:lpstr>ลักษณะงานของนักวิเคราะห์ระบบ</vt:lpstr>
      <vt:lpstr>ความรู้และทักษะของนักวิเคราะห์ระบบ</vt:lpstr>
      <vt:lpstr>ทีมงานพัฒนาระบบ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บทที่ 1  ความรู้ด้านธุรกิจและเทคโนโลยีสารสนเทศ</dc:title>
  <dc:creator>Windows User</dc:creator>
  <cp:lastModifiedBy>Pakawat Vihokratana</cp:lastModifiedBy>
  <cp:revision>657</cp:revision>
  <dcterms:created xsi:type="dcterms:W3CDTF">2023-03-22T07:54:09Z</dcterms:created>
  <dcterms:modified xsi:type="dcterms:W3CDTF">2025-12-16T13:32:03Z</dcterms:modified>
</cp:coreProperties>
</file>